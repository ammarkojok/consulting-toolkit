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thmx_oleObject88.bin" ContentType="application/vnd.openxmlformats-officedocument.oleObject"/>
  <Override PartName="/ppt/embeddings/thmx_oleObject89.bin" ContentType="application/vnd.openxmlformats-officedocument.oleObject"/>
  <Override PartName="/ppt/embeddings/thmx_oleObject91.bin" ContentType="application/vnd.openxmlformats-officedocument.oleObject"/>
  <Override PartName="/ppt/embeddings/thmx_oleObject9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hmx_tag175.xml" ContentType="application/vnd.openxmlformats-officedocument.presentationml.tags+xml"/>
  <Override PartName="/ppt/tags/thmx_tag176.xml" ContentType="application/vnd.openxmlformats-officedocument.presentationml.tags+xml"/>
  <Override PartName="/ppt/tags/thmx_tag178.xml" ContentType="application/vnd.openxmlformats-officedocument.presentationml.tags+xml"/>
  <Override PartName="/ppt/tags/thmx_tag179.xml" ContentType="application/vnd.openxmlformats-officedocument.presentationml.tags+xml"/>
  <Override PartName="/ppt/tags/thmx_tag18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  <p:sldMasterId id="2147483831" r:id="rId5"/>
  </p:sldMasterIdLst>
  <p:notesMasterIdLst>
    <p:notesMasterId r:id="rId16"/>
  </p:notesMasterIdLst>
  <p:sldIdLst>
    <p:sldId id="256" r:id="rId14"/>
    <p:sldId id="257" r:id="rId15"/>
    <p:sldId id="258" r:id="rId13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24"/>
    <p:sldId id="267" r:id="rId25"/>
    <p:sldId id="268" r:id="rId26"/>
  </p:sldIdLst>
  <p:sldSz cx="12192000" cy="6858000"/>
  <p:notesSz cx="7010400" cy="92964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B68"/>
    <a:srgbClr val="FFFFFF"/>
    <a:srgbClr val="DAE3F3"/>
    <a:srgbClr val="F4B183"/>
    <a:srgbClr val="FFF2CC"/>
    <a:srgbClr val="E2F0D9"/>
    <a:srgbClr val="00B050"/>
    <a:srgbClr val="7F7F7F"/>
    <a:srgbClr val="002060"/>
    <a:srgbClr val="A3A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40B29-2B18-40EA-AA99-C89825C65A40}" v="19" dt="2026-06-10T06:35:47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3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tags" Target="tags/tag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Kojok, Ammar" userId="bdc6100b-43ca-4867-9329-f18eb3c7fcd3" providerId="ADAL" clId="{7F44DFDE-B5A0-447A-9CEC-A148D2571F49}"/>
    <pc:docChg chg="undo custSel addSld delSld modSld delMainMaster modMainMaster">
      <pc:chgData name="El Kojok, Ammar" userId="bdc6100b-43ca-4867-9329-f18eb3c7fcd3" providerId="ADAL" clId="{7F44DFDE-B5A0-447A-9CEC-A148D2571F49}" dt="2026-06-10T06:37:14.317" v="118" actId="680"/>
      <pc:docMkLst>
        <pc:docMk/>
      </pc:docMkLst>
      <pc:sldChg chg="new del">
        <pc:chgData name="El Kojok, Ammar" userId="bdc6100b-43ca-4867-9329-f18eb3c7fcd3" providerId="ADAL" clId="{7F44DFDE-B5A0-447A-9CEC-A148D2571F49}" dt="2026-06-10T06:36:58.471" v="113" actId="47"/>
        <pc:sldMkLst>
          <pc:docMk/>
          <pc:sldMk cId="2161033386" sldId="256"/>
        </pc:sldMkLst>
      </pc:sldChg>
      <pc:sldChg chg="new del">
        <pc:chgData name="El Kojok, Ammar" userId="bdc6100b-43ca-4867-9329-f18eb3c7fcd3" providerId="ADAL" clId="{7F44DFDE-B5A0-447A-9CEC-A148D2571F49}" dt="2026-06-10T06:08:35.495" v="82" actId="47"/>
        <pc:sldMkLst>
          <pc:docMk/>
          <pc:sldMk cId="3113122611" sldId="256"/>
        </pc:sldMkLst>
      </pc:sldChg>
      <pc:sldChg chg="new del">
        <pc:chgData name="El Kojok, Ammar" userId="bdc6100b-43ca-4867-9329-f18eb3c7fcd3" providerId="ADAL" clId="{7F44DFDE-B5A0-447A-9CEC-A148D2571F49}" dt="2026-06-10T06:36:55.751" v="110" actId="47"/>
        <pc:sldMkLst>
          <pc:docMk/>
          <pc:sldMk cId="2004938140" sldId="257"/>
        </pc:sldMkLst>
      </pc:sldChg>
      <pc:sldChg chg="new del">
        <pc:chgData name="El Kojok, Ammar" userId="bdc6100b-43ca-4867-9329-f18eb3c7fcd3" providerId="ADAL" clId="{7F44DFDE-B5A0-447A-9CEC-A148D2571F49}" dt="2026-06-10T06:36:56.148" v="111" actId="47"/>
        <pc:sldMkLst>
          <pc:docMk/>
          <pc:sldMk cId="2037475331" sldId="258"/>
        </pc:sldMkLst>
      </pc:sldChg>
      <pc:sldChg chg="new del">
        <pc:chgData name="El Kojok, Ammar" userId="bdc6100b-43ca-4867-9329-f18eb3c7fcd3" providerId="ADAL" clId="{7F44DFDE-B5A0-447A-9CEC-A148D2571F49}" dt="2026-06-10T06:36:56.698" v="112" actId="47"/>
        <pc:sldMkLst>
          <pc:docMk/>
          <pc:sldMk cId="3723506938" sldId="259"/>
        </pc:sldMkLst>
      </pc:sldChg>
      <pc:sldChg chg="addSp delSp modSp new mod modClrScheme chgLayout">
        <pc:chgData name="El Kojok, Ammar" userId="bdc6100b-43ca-4867-9329-f18eb3c7fcd3" providerId="ADAL" clId="{7F44DFDE-B5A0-447A-9CEC-A148D2571F49}" dt="2026-06-10T06:35:50.231" v="101" actId="700"/>
        <pc:sldMkLst>
          <pc:docMk/>
          <pc:sldMk cId="81926588" sldId="260"/>
        </pc:sldMkLst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2" creationId="{BFF4FE0E-E728-1844-B117-9927E02C2064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3" creationId="{2F44B5EC-FBCB-7697-A2F5-4228C2F8CA0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4" creationId="{0121BA76-9852-2F0D-8560-C4D1A16ADF65}"/>
          </ac:spMkLst>
        </pc:spChg>
        <pc:spChg chg="del">
          <ac:chgData name="El Kojok, Ammar" userId="bdc6100b-43ca-4867-9329-f18eb3c7fcd3" providerId="ADAL" clId="{7F44DFDE-B5A0-447A-9CEC-A148D2571F49}" dt="2026-06-10T06:35:46.504" v="88" actId="700"/>
          <ac:spMkLst>
            <pc:docMk/>
            <pc:sldMk cId="81926588" sldId="260"/>
            <ac:spMk id="5" creationId="{33972415-8DA9-3B48-87F0-763C3F7E49C6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7" creationId="{84CEDE5D-D57B-3FEC-41CB-DED067E1B1AE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8" creationId="{58F7E047-80E7-7655-1884-A6B82422BF9B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9" creationId="{6A2FCC57-EC55-5E72-22EF-E1AC8FB4E361}"/>
          </ac:spMkLst>
        </pc:spChg>
        <pc:spChg chg="add mod ord">
          <ac:chgData name="El Kojok, Ammar" userId="bdc6100b-43ca-4867-9329-f18eb3c7fcd3" providerId="ADAL" clId="{7F44DFDE-B5A0-447A-9CEC-A148D2571F49}" dt="2026-06-10T06:35:50.231" v="101" actId="700"/>
          <ac:spMkLst>
            <pc:docMk/>
            <pc:sldMk cId="81926588" sldId="260"/>
            <ac:spMk id="10" creationId="{9BC955E7-2A09-2F8C-BC8C-C5047457B7E8}"/>
          </ac:spMkLst>
        </pc:spChg>
        <pc:graphicFrameChg chg="add mod modVis">
          <ac:chgData name="El Kojok, Ammar" userId="bdc6100b-43ca-4867-9329-f18eb3c7fcd3" providerId="ADAL" clId="{7F44DFDE-B5A0-447A-9CEC-A148D2571F49}" dt="2026-06-10T06:35:47.031" v="100"/>
          <ac:graphicFrameMkLst>
            <pc:docMk/>
            <pc:sldMk cId="81926588" sldId="260"/>
            <ac:graphicFrameMk id="6" creationId="{1CF91E7A-32B9-90C6-BFEB-B92760E69B83}"/>
          </ac:graphicFrameMkLst>
        </pc:graphicFrameChg>
      </pc:sldChg>
      <pc:sldChg chg="new">
        <pc:chgData name="El Kojok, Ammar" userId="bdc6100b-43ca-4867-9329-f18eb3c7fcd3" providerId="ADAL" clId="{7F44DFDE-B5A0-447A-9CEC-A148D2571F49}" dt="2026-06-10T06:36:34.350" v="106" actId="680"/>
        <pc:sldMkLst>
          <pc:docMk/>
          <pc:sldMk cId="3526045536" sldId="261"/>
        </pc:sldMkLst>
      </pc:sldChg>
      <pc:sldChg chg="new del">
        <pc:chgData name="El Kojok, Ammar" userId="bdc6100b-43ca-4867-9329-f18eb3c7fcd3" providerId="ADAL" clId="{7F44DFDE-B5A0-447A-9CEC-A148D2571F49}" dt="2026-06-10T06:36:25.238" v="104" actId="47"/>
        <pc:sldMkLst>
          <pc:docMk/>
          <pc:sldMk cId="3540607661" sldId="261"/>
        </pc:sldMkLst>
      </pc:sldChg>
      <pc:sldChg chg="new">
        <pc:chgData name="El Kojok, Ammar" userId="bdc6100b-43ca-4867-9329-f18eb3c7fcd3" providerId="ADAL" clId="{7F44DFDE-B5A0-447A-9CEC-A148D2571F49}" dt="2026-06-10T06:36:37.570" v="107" actId="680"/>
        <pc:sldMkLst>
          <pc:docMk/>
          <pc:sldMk cId="2949736364" sldId="262"/>
        </pc:sldMkLst>
      </pc:sldChg>
      <pc:sldChg chg="new del">
        <pc:chgData name="El Kojok, Ammar" userId="bdc6100b-43ca-4867-9329-f18eb3c7fcd3" providerId="ADAL" clId="{7F44DFDE-B5A0-447A-9CEC-A148D2571F49}" dt="2026-06-10T06:36:25.695" v="105" actId="47"/>
        <pc:sldMkLst>
          <pc:docMk/>
          <pc:sldMk cId="3685255316" sldId="262"/>
        </pc:sldMkLst>
      </pc:sldChg>
      <pc:sldChg chg="new">
        <pc:chgData name="El Kojok, Ammar" userId="bdc6100b-43ca-4867-9329-f18eb3c7fcd3" providerId="ADAL" clId="{7F44DFDE-B5A0-447A-9CEC-A148D2571F49}" dt="2026-06-10T06:36:41.609" v="108" actId="680"/>
        <pc:sldMkLst>
          <pc:docMk/>
          <pc:sldMk cId="3531270942" sldId="263"/>
        </pc:sldMkLst>
      </pc:sldChg>
      <pc:sldChg chg="new">
        <pc:chgData name="El Kojok, Ammar" userId="bdc6100b-43ca-4867-9329-f18eb3c7fcd3" providerId="ADAL" clId="{7F44DFDE-B5A0-447A-9CEC-A148D2571F49}" dt="2026-06-10T06:36:45.292" v="109" actId="680"/>
        <pc:sldMkLst>
          <pc:docMk/>
          <pc:sldMk cId="2805235540" sldId="264"/>
        </pc:sldMkLst>
      </pc:sldChg>
      <pc:sldChg chg="new">
        <pc:chgData name="El Kojok, Ammar" userId="bdc6100b-43ca-4867-9329-f18eb3c7fcd3" providerId="ADAL" clId="{7F44DFDE-B5A0-447A-9CEC-A148D2571F49}" dt="2026-06-10T06:37:03.154" v="114" actId="680"/>
        <pc:sldMkLst>
          <pc:docMk/>
          <pc:sldMk cId="2162464918" sldId="265"/>
        </pc:sldMkLst>
      </pc:sldChg>
      <pc:sldChg chg="new">
        <pc:chgData name="El Kojok, Ammar" userId="bdc6100b-43ca-4867-9329-f18eb3c7fcd3" providerId="ADAL" clId="{7F44DFDE-B5A0-447A-9CEC-A148D2571F49}" dt="2026-06-10T06:37:08.153" v="115" actId="680"/>
        <pc:sldMkLst>
          <pc:docMk/>
          <pc:sldMk cId="3594675239" sldId="266"/>
        </pc:sldMkLst>
      </pc:sldChg>
      <pc:sldChg chg="new">
        <pc:chgData name="El Kojok, Ammar" userId="bdc6100b-43ca-4867-9329-f18eb3c7fcd3" providerId="ADAL" clId="{7F44DFDE-B5A0-447A-9CEC-A148D2571F49}" dt="2026-06-10T06:37:10.930" v="116" actId="680"/>
        <pc:sldMkLst>
          <pc:docMk/>
          <pc:sldMk cId="2055924672" sldId="267"/>
        </pc:sldMkLst>
      </pc:sldChg>
      <pc:sldChg chg="new">
        <pc:chgData name="El Kojok, Ammar" userId="bdc6100b-43ca-4867-9329-f18eb3c7fcd3" providerId="ADAL" clId="{7F44DFDE-B5A0-447A-9CEC-A148D2571F49}" dt="2026-06-10T06:37:12.714" v="117" actId="680"/>
        <pc:sldMkLst>
          <pc:docMk/>
          <pc:sldMk cId="417252271" sldId="268"/>
        </pc:sldMkLst>
      </pc:sldChg>
      <pc:sldChg chg="new">
        <pc:chgData name="El Kojok, Ammar" userId="bdc6100b-43ca-4867-9329-f18eb3c7fcd3" providerId="ADAL" clId="{7F44DFDE-B5A0-447A-9CEC-A148D2571F49}" dt="2026-06-10T06:37:14.317" v="118" actId="680"/>
        <pc:sldMkLst>
          <pc:docMk/>
          <pc:sldMk cId="1522490166" sldId="26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954228744" sldId="275"/>
        </pc:sldMkLst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954228744" sldId="275"/>
            <ac:spMk id="4" creationId="{00B40964-F7A3-18A9-8870-C52B9A6E680D}"/>
          </ac:spMkLst>
        </pc:spChg>
        <pc:spChg chg="mod">
          <ac:chgData name="El Kojok, Ammar" userId="bdc6100b-43ca-4867-9329-f18eb3c7fcd3" providerId="ADAL" clId="{7F44DFDE-B5A0-447A-9CEC-A148D2571F49}" dt="2026-06-10T06:03:00.080" v="59" actId="299"/>
          <ac:spMkLst>
            <pc:docMk/>
            <pc:sldMk cId="954228744" sldId="275"/>
            <ac:spMk id="7" creationId="{84A33C58-F7C4-627C-6E42-9D66DA3F2905}"/>
          </ac:spMkLst>
        </pc:spChg>
        <pc:graphicFrameChg chg="mod">
          <ac:chgData name="El Kojok, Ammar" userId="bdc6100b-43ca-4867-9329-f18eb3c7fcd3" providerId="ADAL" clId="{7F44DFDE-B5A0-447A-9CEC-A148D2571F49}" dt="2026-06-10T06:01:13.534" v="5"/>
          <ac:graphicFrameMkLst>
            <pc:docMk/>
            <pc:sldMk cId="954228744" sldId="275"/>
            <ac:graphicFrameMk id="6" creationId="{FCEE7386-400C-19F3-7F9F-94F42C7B97A3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531896236" sldId="280"/>
        </pc:sldMkLst>
        <pc:graphicFrameChg chg="mod">
          <ac:chgData name="El Kojok, Ammar" userId="bdc6100b-43ca-4867-9329-f18eb3c7fcd3" providerId="ADAL" clId="{7F44DFDE-B5A0-447A-9CEC-A148D2571F49}" dt="2026-06-10T06:01:13.544" v="7"/>
          <ac:graphicFrameMkLst>
            <pc:docMk/>
            <pc:sldMk cId="2531896236" sldId="280"/>
            <ac:graphicFrameMk id="42" creationId="{6BAB4CB1-78A3-A7DE-44F8-E734CF748202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080197559" sldId="28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72576365" sldId="283"/>
        </pc:sldMkLst>
        <pc:spChg chg="mod">
          <ac:chgData name="El Kojok, Ammar" userId="bdc6100b-43ca-4867-9329-f18eb3c7fcd3" providerId="ADAL" clId="{7F44DFDE-B5A0-447A-9CEC-A148D2571F49}" dt="2026-06-10T06:03:00.770" v="70" actId="139"/>
          <ac:spMkLst>
            <pc:docMk/>
            <pc:sldMk cId="2472576365" sldId="283"/>
            <ac:spMk id="2" creationId="{BE47525B-D458-4E23-5107-64235DAA92CB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2472576365" sldId="283"/>
            <ac:spMk id="4" creationId="{53CB7F8C-297A-3605-7DEC-90BCD3AD9571}"/>
          </ac:spMkLst>
        </pc:spChg>
        <pc:graphicFrameChg chg="mod">
          <ac:chgData name="El Kojok, Ammar" userId="bdc6100b-43ca-4867-9329-f18eb3c7fcd3" providerId="ADAL" clId="{7F44DFDE-B5A0-447A-9CEC-A148D2571F49}" dt="2026-06-10T06:01:13.553" v="9"/>
          <ac:graphicFrameMkLst>
            <pc:docMk/>
            <pc:sldMk cId="2472576365" sldId="283"/>
            <ac:graphicFrameMk id="6" creationId="{42A21146-97BA-D43B-9831-5F224AA3D677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3113798" sldId="288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883490678" sldId="289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29257039" sldId="292"/>
        </pc:sldMkLst>
        <pc:spChg chg="mod">
          <ac:chgData name="El Kojok, Ammar" userId="bdc6100b-43ca-4867-9329-f18eb3c7fcd3" providerId="ADAL" clId="{7F44DFDE-B5A0-447A-9CEC-A148D2571F49}" dt="2026-06-10T06:03:00.017" v="51" actId="139"/>
          <ac:spMkLst>
            <pc:docMk/>
            <pc:sldMk cId="429257039" sldId="292"/>
            <ac:spMk id="2" creationId="{2944A8B8-AC03-861B-9FEF-2DCAA90DEC89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429257039" sldId="292"/>
            <ac:spMk id="4" creationId="{AFF92624-2803-C632-1C00-89DCD5E9D3CD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054896191" sldId="294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271496356" sldId="305"/>
        </pc:sldMkLst>
        <pc:spChg chg="mod">
          <ac:chgData name="El Kojok, Ammar" userId="bdc6100b-43ca-4867-9329-f18eb3c7fcd3" providerId="ADAL" clId="{7F44DFDE-B5A0-447A-9CEC-A148D2571F49}" dt="2026-06-10T06:02:59.955" v="41" actId="139"/>
          <ac:spMkLst>
            <pc:docMk/>
            <pc:sldMk cId="1271496356" sldId="305"/>
            <ac:spMk id="2" creationId="{51D0B1AE-615B-4435-2E35-EB7B0A74405F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1271496356" sldId="305"/>
            <ac:spMk id="4" creationId="{A9BB5347-0452-CBD0-2875-F6C565B45520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380818587" sldId="313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26314622" sldId="316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267143498" sldId="399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267143498" sldId="399"/>
            <ac:spMk id="2" creationId="{59A843D4-F982-AD0F-619A-ABC83A7DACAF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102614510" sldId="2147483337"/>
        </pc:sldMkLst>
        <pc:graphicFrameChg chg="mod">
          <ac:chgData name="El Kojok, Ammar" userId="bdc6100b-43ca-4867-9329-f18eb3c7fcd3" providerId="ADAL" clId="{7F44DFDE-B5A0-447A-9CEC-A148D2571F49}" dt="2026-06-10T06:01:13.582" v="15"/>
          <ac:graphicFrameMkLst>
            <pc:docMk/>
            <pc:sldMk cId="2102614510" sldId="2147483337"/>
            <ac:graphicFrameMk id="4" creationId="{CE752B2D-FDA9-0D08-9EC2-0009BF49BC66}"/>
          </ac:graphicFrameMkLst>
        </pc:graphicFrame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99820443" sldId="214748333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895321227" sldId="2147483340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123104688" sldId="2147483341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022204294" sldId="2147483342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967722868" sldId="2147483343"/>
        </pc:sldMkLst>
        <pc:spChg chg="mod">
          <ac:chgData name="El Kojok, Ammar" userId="bdc6100b-43ca-4867-9329-f18eb3c7fcd3" providerId="ADAL" clId="{7F44DFDE-B5A0-447A-9CEC-A148D2571F49}" dt="2026-06-10T06:02:59.986" v="46" actId="139"/>
          <ac:spMkLst>
            <pc:docMk/>
            <pc:sldMk cId="2967722868" sldId="2147483343"/>
            <ac:spMk id="4" creationId="{4CE87D87-0570-EBA8-156B-00165759059C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967722868" sldId="2147483343"/>
            <ac:spMk id="21" creationId="{EDDA2501-531A-D78C-10CD-BC7388BFC7DA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4131121619" sldId="2147483344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5700959" sldId="2147483349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907655226" sldId="2147483350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483006808" sldId="2147483352"/>
        </pc:sldMkLst>
        <pc:spChg chg="mod">
          <ac:chgData name="El Kojok, Ammar" userId="bdc6100b-43ca-4867-9329-f18eb3c7fcd3" providerId="ADAL" clId="{7F44DFDE-B5A0-447A-9CEC-A148D2571F49}" dt="2026-06-10T06:03:00.749" v="65" actId="139"/>
          <ac:spMkLst>
            <pc:docMk/>
            <pc:sldMk cId="483006808" sldId="2147483352"/>
            <ac:spMk id="2" creationId="{3FA99B24-0E5B-610F-7CF9-82B3B1889EF9}"/>
          </ac:spMkLst>
        </pc:spChg>
        <pc:spChg chg="mod">
          <ac:chgData name="El Kojok, Ammar" userId="bdc6100b-43ca-4867-9329-f18eb3c7fcd3" providerId="ADAL" clId="{7F44DFDE-B5A0-447A-9CEC-A148D2571F49}" dt="2026-06-10T06:03:00.140" v="60"/>
          <ac:spMkLst>
            <pc:docMk/>
            <pc:sldMk cId="483006808" sldId="2147483352"/>
            <ac:spMk id="4" creationId="{00C8995D-BDD7-DCE0-DECB-B8F9D4BF13D3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2960387859" sldId="2147483353"/>
        </pc:sldMkLst>
      </pc:sldChg>
      <pc:sldChg chg="modSp 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351591581" sldId="2147483354"/>
        </pc:sldMkLst>
        <pc:spChg chg="mod">
          <ac:chgData name="El Kojok, Ammar" userId="bdc6100b-43ca-4867-9329-f18eb3c7fcd3" providerId="ADAL" clId="{7F44DFDE-B5A0-447A-9CEC-A148D2571F49}" dt="2026-06-10T06:02:48.949" v="24"/>
          <ac:spMkLst>
            <pc:docMk/>
            <pc:sldMk cId="351591581" sldId="2147483354"/>
            <ac:spMk id="2" creationId="{A74EC4D0-EC56-A6F4-312E-CA589CB785F5}"/>
          </ac:spMkLst>
        </pc:spChg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527284081" sldId="2147483355"/>
        </pc:sldMkLst>
      </pc:sldChg>
      <pc:sldChg chg="add del">
        <pc:chgData name="El Kojok, Ammar" userId="bdc6100b-43ca-4867-9329-f18eb3c7fcd3" providerId="ADAL" clId="{7F44DFDE-B5A0-447A-9CEC-A148D2571F49}" dt="2026-06-10T06:04:57.250" v="72" actId="47"/>
        <pc:sldMkLst>
          <pc:docMk/>
          <pc:sldMk cId="1783482875" sldId="2147483357"/>
        </pc:sldMkLst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421194509" sldId="2147483358"/>
        </pc:sldMkLst>
        <pc:graphicFrameChg chg="mod">
          <ac:chgData name="El Kojok, Ammar" userId="bdc6100b-43ca-4867-9329-f18eb3c7fcd3" providerId="ADAL" clId="{7F44DFDE-B5A0-447A-9CEC-A148D2571F49}" dt="2026-06-10T06:01:13.572" v="13"/>
          <ac:graphicFrameMkLst>
            <pc:docMk/>
            <pc:sldMk cId="2421194509" sldId="2147483358"/>
            <ac:graphicFrameMk id="35" creationId="{3C4D6538-0F05-8D5B-D26C-7017875E1DA7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663270412" sldId="2147483359"/>
        </pc:sldMkLst>
        <pc:graphicFrameChg chg="mod">
          <ac:chgData name="El Kojok, Ammar" userId="bdc6100b-43ca-4867-9329-f18eb3c7fcd3" providerId="ADAL" clId="{7F44DFDE-B5A0-447A-9CEC-A148D2571F49}" dt="2026-06-10T06:01:13.516" v="3"/>
          <ac:graphicFrameMkLst>
            <pc:docMk/>
            <pc:sldMk cId="3663270412" sldId="2147483359"/>
            <ac:graphicFrameMk id="8" creationId="{A36701E6-C905-2BCE-706C-3FA6A226E300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3532838676" sldId="2147483360"/>
        </pc:sldMkLst>
        <pc:graphicFrameChg chg="mod">
          <ac:chgData name="El Kojok, Ammar" userId="bdc6100b-43ca-4867-9329-f18eb3c7fcd3" providerId="ADAL" clId="{7F44DFDE-B5A0-447A-9CEC-A148D2571F49}" dt="2026-06-10T06:01:13.563" v="11"/>
          <ac:graphicFrameMkLst>
            <pc:docMk/>
            <pc:sldMk cId="3532838676" sldId="2147483360"/>
            <ac:graphicFrameMk id="13" creationId="{138896CD-244B-9E7D-FAFA-01A89B15D71F}"/>
          </ac:graphicFrameMkLst>
        </pc:graphicFrame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207889938" sldId="2147483361"/>
        </pc:sldMkLst>
        <pc:spChg chg="mod">
          <ac:chgData name="El Kojok, Ammar" userId="bdc6100b-43ca-4867-9329-f18eb3c7fcd3" providerId="ADAL" clId="{7F44DFDE-B5A0-447A-9CEC-A148D2571F49}" dt="2026-06-10T06:03:00.058" v="56" actId="139"/>
          <ac:spMkLst>
            <pc:docMk/>
            <pc:sldMk cId="207889938" sldId="2147483361"/>
            <ac:spMk id="2" creationId="{064DC5CC-3128-DE00-4A34-0EB3166ECFE3}"/>
          </ac:spMkLst>
        </pc:spChg>
        <pc:spChg chg="mod">
          <ac:chgData name="El Kojok, Ammar" userId="bdc6100b-43ca-4867-9329-f18eb3c7fcd3" providerId="ADAL" clId="{7F44DFDE-B5A0-447A-9CEC-A148D2571F49}" dt="2026-06-10T06:02:59.139" v="36"/>
          <ac:spMkLst>
            <pc:docMk/>
            <pc:sldMk cId="207889938" sldId="2147483361"/>
            <ac:spMk id="4" creationId="{739D62B6-D0CE-661E-9467-29B5FE2AB6FC}"/>
          </ac:spMkLst>
        </pc:spChg>
      </pc:sldChg>
      <pc:sldChg chg="modSp add del mod">
        <pc:chgData name="El Kojok, Ammar" userId="bdc6100b-43ca-4867-9329-f18eb3c7fcd3" providerId="ADAL" clId="{7F44DFDE-B5A0-447A-9CEC-A148D2571F49}" dt="2026-06-10T06:04:57.250" v="72" actId="47"/>
        <pc:sldMkLst>
          <pc:docMk/>
          <pc:sldMk cId="1683761162" sldId="2147483362"/>
        </pc:sldMkLst>
        <pc:graphicFrameChg chg="mod">
          <ac:chgData name="El Kojok, Ammar" userId="bdc6100b-43ca-4867-9329-f18eb3c7fcd3" providerId="ADAL" clId="{7F44DFDE-B5A0-447A-9CEC-A148D2571F49}" dt="2026-06-10T06:01:13.591" v="17"/>
          <ac:graphicFrameMkLst>
            <pc:docMk/>
            <pc:sldMk cId="1683761162" sldId="2147483362"/>
            <ac:graphicFrameMk id="35" creationId="{B2D5C0E8-929A-771B-4B4D-755F98956EEC}"/>
          </ac:graphicFrameMkLst>
        </pc:graphicFrameChg>
      </pc:sldChg>
      <pc:sldMasterChg chg="del">
        <pc:chgData name="El Kojok, Ammar" userId="bdc6100b-43ca-4867-9329-f18eb3c7fcd3" providerId="ADAL" clId="{7F44DFDE-B5A0-447A-9CEC-A148D2571F49}" dt="2026-06-10T06:01:20.680" v="18" actId="2696"/>
        <pc:sldMasterMkLst>
          <pc:docMk/>
          <pc:sldMasterMk cId="2221857856" sldId="2147483684"/>
        </pc:sldMasterMkLst>
      </pc:sldMasterChg>
      <pc:sldMasterChg chg="mod delSldLayout">
        <pc:chgData name="El Kojok, Ammar" userId="bdc6100b-43ca-4867-9329-f18eb3c7fcd3" providerId="ADAL" clId="{7F44DFDE-B5A0-447A-9CEC-A148D2571F49}" dt="2026-06-10T06:04:57.250" v="72" actId="47"/>
        <pc:sldMasterMkLst>
          <pc:docMk/>
          <pc:sldMasterMk cId="759055094" sldId="2147483703"/>
        </pc:sldMasterMkLst>
        <pc:sldLayoutChg chg="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59055094" sldId="2147483703"/>
            <pc:sldLayoutMk cId="3616574627" sldId="2147484164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2:06.350" v="19" actId="2696"/>
        <pc:sldMasterMkLst>
          <pc:docMk/>
          <pc:sldMasterMk cId="1412959832" sldId="2147483729"/>
        </pc:sldMasterMkLst>
      </pc:sldMasterChg>
      <pc:sldMasterChg chg="del">
        <pc:chgData name="El Kojok, Ammar" userId="bdc6100b-43ca-4867-9329-f18eb3c7fcd3" providerId="ADAL" clId="{7F44DFDE-B5A0-447A-9CEC-A148D2571F49}" dt="2026-06-10T06:02:07.819" v="20" actId="2696"/>
        <pc:sldMasterMkLst>
          <pc:docMk/>
          <pc:sldMasterMk cId="3530324482" sldId="2147483741"/>
        </pc:sldMasterMkLst>
      </pc:sldMasterChg>
      <pc:sldMasterChg chg="del">
        <pc:chgData name="El Kojok, Ammar" userId="bdc6100b-43ca-4867-9329-f18eb3c7fcd3" providerId="ADAL" clId="{7F44DFDE-B5A0-447A-9CEC-A148D2571F49}" dt="2026-06-10T06:02:09.245" v="21" actId="2696"/>
        <pc:sldMasterMkLst>
          <pc:docMk/>
          <pc:sldMasterMk cId="1066504263" sldId="2147483763"/>
        </pc:sldMasterMkLst>
      </pc:sldMasterChg>
      <pc:sldMasterChg chg="del">
        <pc:chgData name="El Kojok, Ammar" userId="bdc6100b-43ca-4867-9329-f18eb3c7fcd3" providerId="ADAL" clId="{7F44DFDE-B5A0-447A-9CEC-A148D2571F49}" dt="2026-06-10T06:02:10.863" v="22" actId="2696"/>
        <pc:sldMasterMkLst>
          <pc:docMk/>
          <pc:sldMasterMk cId="619486877" sldId="2147483792"/>
        </pc:sldMasterMkLst>
      </pc:sldMasterChg>
      <pc:sldMasterChg chg="modSldLayout">
        <pc:chgData name="El Kojok, Ammar" userId="bdc6100b-43ca-4867-9329-f18eb3c7fcd3" providerId="ADAL" clId="{7F44DFDE-B5A0-447A-9CEC-A148D2571F49}" dt="2026-06-10T06:02:36.044" v="23" actId="782"/>
        <pc:sldMasterMkLst>
          <pc:docMk/>
          <pc:sldMasterMk cId="4265750563" sldId="2147483831"/>
        </pc:sldMasterMkLst>
        <pc:sldLayoutChg chg="modSp">
          <pc:chgData name="El Kojok, Ammar" userId="bdc6100b-43ca-4867-9329-f18eb3c7fcd3" providerId="ADAL" clId="{7F44DFDE-B5A0-447A-9CEC-A148D2571F49}" dt="2026-06-10T06:02:36.044" v="23" actId="782"/>
          <pc:sldLayoutMkLst>
            <pc:docMk/>
            <pc:sldMasterMk cId="4265750563" sldId="2147483831"/>
            <pc:sldLayoutMk cId="18685952" sldId="2147483833"/>
          </pc:sldLayoutMkLst>
          <pc:spChg chg="mod">
            <ac:chgData name="El Kojok, Ammar" userId="bdc6100b-43ca-4867-9329-f18eb3c7fcd3" providerId="ADAL" clId="{7F44DFDE-B5A0-447A-9CEC-A148D2571F49}" dt="2026-06-10T06:02:36.044" v="23" actId="782"/>
            <ac:spMkLst>
              <pc:docMk/>
              <pc:sldMasterMk cId="4265750563" sldId="2147483831"/>
              <pc:sldLayoutMk cId="18685952" sldId="2147483833"/>
              <ac:spMk id="6" creationId="{7A8CAA18-4FEF-7F99-37BD-70857FFF2F6A}"/>
            </ac:spMkLst>
          </pc:spChg>
        </pc:sldLayoutChg>
      </pc:sldMasterChg>
      <pc:sldMasterChg chg="del">
        <pc:chgData name="El Kojok, Ammar" userId="bdc6100b-43ca-4867-9329-f18eb3c7fcd3" providerId="ADAL" clId="{7F44DFDE-B5A0-447A-9CEC-A148D2571F49}" dt="2026-06-10T06:02:49.851" v="25" actId="2696"/>
        <pc:sldMasterMkLst>
          <pc:docMk/>
          <pc:sldMasterMk cId="3138918842" sldId="2147483858"/>
        </pc:sldMasterMkLst>
      </pc:sldMasterChg>
      <pc:sldMasterChg chg="del">
        <pc:chgData name="El Kojok, Ammar" userId="bdc6100b-43ca-4867-9329-f18eb3c7fcd3" providerId="ADAL" clId="{7F44DFDE-B5A0-447A-9CEC-A148D2571F49}" dt="2026-06-10T06:02:51.201" v="26" actId="2696"/>
        <pc:sldMasterMkLst>
          <pc:docMk/>
          <pc:sldMasterMk cId="2823020431" sldId="2147483866"/>
        </pc:sldMasterMkLst>
      </pc:sldMasterChg>
      <pc:sldMasterChg chg="del">
        <pc:chgData name="El Kojok, Ammar" userId="bdc6100b-43ca-4867-9329-f18eb3c7fcd3" providerId="ADAL" clId="{7F44DFDE-B5A0-447A-9CEC-A148D2571F49}" dt="2026-06-10T06:02:52.231" v="27" actId="2696"/>
        <pc:sldMasterMkLst>
          <pc:docMk/>
          <pc:sldMasterMk cId="949832911" sldId="2147483905"/>
        </pc:sldMasterMkLst>
      </pc:sldMasterChg>
      <pc:sldMasterChg chg="del">
        <pc:chgData name="El Kojok, Ammar" userId="bdc6100b-43ca-4867-9329-f18eb3c7fcd3" providerId="ADAL" clId="{7F44DFDE-B5A0-447A-9CEC-A148D2571F49}" dt="2026-06-10T06:02:53.201" v="28" actId="2696"/>
        <pc:sldMasterMkLst>
          <pc:docMk/>
          <pc:sldMasterMk cId="1101644284" sldId="2147483922"/>
        </pc:sldMasterMkLst>
      </pc:sldMasterChg>
      <pc:sldMasterChg chg="del">
        <pc:chgData name="El Kojok, Ammar" userId="bdc6100b-43ca-4867-9329-f18eb3c7fcd3" providerId="ADAL" clId="{7F44DFDE-B5A0-447A-9CEC-A148D2571F49}" dt="2026-06-10T06:02:54.033" v="29" actId="2696"/>
        <pc:sldMasterMkLst>
          <pc:docMk/>
          <pc:sldMasterMk cId="3370676761" sldId="2147483935"/>
        </pc:sldMasterMkLst>
      </pc:sldMasterChg>
      <pc:sldMasterChg chg="del">
        <pc:chgData name="El Kojok, Ammar" userId="bdc6100b-43ca-4867-9329-f18eb3c7fcd3" providerId="ADAL" clId="{7F44DFDE-B5A0-447A-9CEC-A148D2571F49}" dt="2026-06-10T06:02:54.884" v="30" actId="2696"/>
        <pc:sldMasterMkLst>
          <pc:docMk/>
          <pc:sldMasterMk cId="152892856" sldId="2147483949"/>
        </pc:sldMasterMkLst>
      </pc:sldMasterChg>
      <pc:sldMasterChg chg="del">
        <pc:chgData name="El Kojok, Ammar" userId="bdc6100b-43ca-4867-9329-f18eb3c7fcd3" providerId="ADAL" clId="{7F44DFDE-B5A0-447A-9CEC-A148D2571F49}" dt="2026-06-10T06:02:55.629" v="31" actId="2696"/>
        <pc:sldMasterMkLst>
          <pc:docMk/>
          <pc:sldMasterMk cId="1264105168" sldId="2147483958"/>
        </pc:sldMasterMkLst>
      </pc:sldMasterChg>
      <pc:sldMasterChg chg="del">
        <pc:chgData name="El Kojok, Ammar" userId="bdc6100b-43ca-4867-9329-f18eb3c7fcd3" providerId="ADAL" clId="{7F44DFDE-B5A0-447A-9CEC-A148D2571F49}" dt="2026-06-10T06:02:56.214" v="32" actId="2696"/>
        <pc:sldMasterMkLst>
          <pc:docMk/>
          <pc:sldMasterMk cId="937588765" sldId="2147483983"/>
        </pc:sldMasterMkLst>
      </pc:sldMasterChg>
      <pc:sldMasterChg chg="del">
        <pc:chgData name="El Kojok, Ammar" userId="bdc6100b-43ca-4867-9329-f18eb3c7fcd3" providerId="ADAL" clId="{7F44DFDE-B5A0-447A-9CEC-A148D2571F49}" dt="2026-06-10T06:02:56.957" v="33" actId="2696"/>
        <pc:sldMasterMkLst>
          <pc:docMk/>
          <pc:sldMasterMk cId="2823385711" sldId="2147483995"/>
        </pc:sldMasterMkLst>
      </pc:sldMasterChg>
      <pc:sldMasterChg chg="del">
        <pc:chgData name="El Kojok, Ammar" userId="bdc6100b-43ca-4867-9329-f18eb3c7fcd3" providerId="ADAL" clId="{7F44DFDE-B5A0-447A-9CEC-A148D2571F49}" dt="2026-06-10T06:02:57.622" v="34" actId="2696"/>
        <pc:sldMasterMkLst>
          <pc:docMk/>
          <pc:sldMasterMk cId="3612458417" sldId="2147484009"/>
        </pc:sldMasterMkLst>
      </pc:sldMasterChg>
      <pc:sldMasterChg chg="del">
        <pc:chgData name="El Kojok, Ammar" userId="bdc6100b-43ca-4867-9329-f18eb3c7fcd3" providerId="ADAL" clId="{7F44DFDE-B5A0-447A-9CEC-A148D2571F49}" dt="2026-06-10T06:02:58.594" v="35" actId="2696"/>
        <pc:sldMasterMkLst>
          <pc:docMk/>
          <pc:sldMasterMk cId="1487351708" sldId="2147484035"/>
        </pc:sldMasterMkLst>
      </pc:sldMasterChg>
      <pc:sldMasterChg chg="del">
        <pc:chgData name="El Kojok, Ammar" userId="bdc6100b-43ca-4867-9329-f18eb3c7fcd3" providerId="ADAL" clId="{7F44DFDE-B5A0-447A-9CEC-A148D2571F49}" dt="2026-06-10T06:06:24.946" v="73" actId="2696"/>
        <pc:sldMasterMkLst>
          <pc:docMk/>
          <pc:sldMasterMk cId="1812918324" sldId="2147484086"/>
        </pc:sldMasterMkLst>
      </pc:sldMasterChg>
      <pc:sldMasterChg chg="del">
        <pc:chgData name="El Kojok, Ammar" userId="bdc6100b-43ca-4867-9329-f18eb3c7fcd3" providerId="ADAL" clId="{7F44DFDE-B5A0-447A-9CEC-A148D2571F49}" dt="2026-06-10T06:06:26.147" v="74" actId="2696"/>
        <pc:sldMasterMkLst>
          <pc:docMk/>
          <pc:sldMasterMk cId="3008402038" sldId="2147484103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7.866" v="75" actId="2696"/>
        <pc:sldMasterMkLst>
          <pc:docMk/>
          <pc:sldMasterMk cId="784761024" sldId="2147484127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784761024" sldId="2147484127"/>
            <pc:sldLayoutMk cId="3711465927" sldId="214748414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8.468" v="76" actId="2696"/>
        <pc:sldMasterMkLst>
          <pc:docMk/>
          <pc:sldMasterMk cId="1124886875" sldId="2147484148"/>
        </pc:sldMasterMkLst>
      </pc:sldMasterChg>
      <pc:sldMasterChg chg="del addSldLayout delSldLayout">
        <pc:chgData name="El Kojok, Ammar" userId="bdc6100b-43ca-4867-9329-f18eb3c7fcd3" providerId="ADAL" clId="{7F44DFDE-B5A0-447A-9CEC-A148D2571F49}" dt="2026-06-10T06:06:29.071" v="77" actId="2696"/>
        <pc:sldMasterMkLst>
          <pc:docMk/>
          <pc:sldMasterMk cId="2253718467" sldId="2147484152"/>
        </pc:sldMasterMkLst>
        <pc:sldLayoutChg chg="add del">
          <pc:chgData name="El Kojok, Ammar" userId="bdc6100b-43ca-4867-9329-f18eb3c7fcd3" providerId="ADAL" clId="{7F44DFDE-B5A0-447A-9CEC-A148D2571F49}" dt="2026-06-10T06:04:57.250" v="72" actId="47"/>
          <pc:sldLayoutMkLst>
            <pc:docMk/>
            <pc:sldMasterMk cId="2253718467" sldId="2147484152"/>
            <pc:sldLayoutMk cId="4084433417" sldId="2147484163"/>
          </pc:sldLayoutMkLst>
        </pc:sldLayoutChg>
      </pc:sldMasterChg>
      <pc:sldMasterChg chg="del">
        <pc:chgData name="El Kojok, Ammar" userId="bdc6100b-43ca-4867-9329-f18eb3c7fcd3" providerId="ADAL" clId="{7F44DFDE-B5A0-447A-9CEC-A148D2571F49}" dt="2026-06-10T06:06:29.665" v="78" actId="2696"/>
        <pc:sldMasterMkLst>
          <pc:docMk/>
          <pc:sldMasterMk cId="1812918324" sldId="2147484154"/>
        </pc:sldMasterMkLst>
      </pc:sldMasterChg>
      <pc:sldMasterChg chg="del">
        <pc:chgData name="El Kojok, Ammar" userId="bdc6100b-43ca-4867-9329-f18eb3c7fcd3" providerId="ADAL" clId="{7F44DFDE-B5A0-447A-9CEC-A148D2571F49}" dt="2026-06-10T06:06:30.222" v="79" actId="2696"/>
        <pc:sldMasterMkLst>
          <pc:docMk/>
          <pc:sldMasterMk cId="1124886875" sldId="2147484156"/>
        </pc:sldMasterMkLst>
      </pc:sldMasterChg>
      <pc:sldMasterChg chg="del">
        <pc:chgData name="El Kojok, Ammar" userId="bdc6100b-43ca-4867-9329-f18eb3c7fcd3" providerId="ADAL" clId="{7F44DFDE-B5A0-447A-9CEC-A148D2571F49}" dt="2026-06-10T06:06:30.789" v="80" actId="2696"/>
        <pc:sldMasterMkLst>
          <pc:docMk/>
          <pc:sldMasterMk cId="2674789803" sldId="2147484160"/>
        </pc:sldMasterMkLst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Large academies</c:v>
                </c:pt>
              </c:strCache>
            </c:strRef>
          </c:tx>
          <c:spPr>
            <a:solidFill>
              <a:srgbClr val="3A3B6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5100</c:v>
                </c:pt>
                <c:pt idx="2">
                  <c:v>6300</c:v>
                </c:pt>
                <c:pt idx="3">
                  <c:v>7600</c:v>
                </c:pt>
                <c:pt idx="4">
                  <c:v>8900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Mid-size academies</c:v>
                </c:pt>
              </c:strCache>
            </c:strRef>
          </c:tx>
          <c:spPr>
            <a:solidFill>
              <a:srgbClr val="C4996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2100</c:v>
                </c:pt>
                <c:pt idx="1">
                  <c:v>2300</c:v>
                </c:pt>
                <c:pt idx="2">
                  <c:v>2700</c:v>
                </c:pt>
                <c:pt idx="3">
                  <c:v>3000</c:v>
                </c:pt>
                <c:pt idx="4">
                  <c:v>3400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Specialist units</c:v>
                </c:pt>
              </c:strCache>
            </c:strRef>
          </c:tx>
          <c:spPr>
            <a:solidFill>
              <a:srgbClr val="66689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800</c:v>
                </c:pt>
                <c:pt idx="1">
                  <c:v>900</c:v>
                </c:pt>
                <c:pt idx="2">
                  <c:v>1000</c:v>
                </c:pt>
                <c:pt idx="3">
                  <c:v>1200</c:v>
                </c:pt>
                <c:pt idx="4">
                  <c:v>1300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D2D2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D2D2D2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E1E1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rtl="0">
              <a:defRPr sz="1200"/>
            </a:lvl1pPr>
          </a:lstStyle>
          <a:p>
            <a:fld id="{674391B4-A7B8-4DA7-BE79-A26093C71E92}" type="datetimeFigureOut">
              <a:rPr lang="en-US" smtClean="0"/>
              <a:pPr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rtl="0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rtl="0">
              <a:defRPr sz="1200"/>
            </a:lvl1pPr>
          </a:lstStyle>
          <a:p>
            <a:fld id="{6B6B2782-2960-41E3-A120-70E9B22BE6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.bin"/><Relationship Id="rId7" Type="http://schemas.openxmlformats.org/officeDocument/2006/relationships/image" Target="../media/image3.emf"/><Relationship Id="rId8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slideMaster" Target="../slideMasters/slideMaster2.xml"/><Relationship Id="rId6" Type="http://schemas.openxmlformats.org/officeDocument/2006/relationships/oleObject" Target="../embeddings/oleObject8.bin"/><Relationship Id="rId7" Type="http://schemas.openxmlformats.org/officeDocument/2006/relationships/image" Target="../media/image3.emf"/><Relationship Id="rId8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5.emf"/><Relationship Id="rId5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5.emf"/><Relationship Id="rId5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Relationship Id="rId6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88.bin"/><Relationship Id="rId4" Type="http://schemas.openxmlformats.org/officeDocument/2006/relationships/image" Target="../media/thmx_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89.bin"/><Relationship Id="rId4" Type="http://schemas.openxmlformats.org/officeDocument/2006/relationships/image" Target="../media/thmx_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hmx_tag178.xml"/><Relationship Id="rId2" Type="http://schemas.openxmlformats.org/officeDocument/2006/relationships/tags" Target="../tags/thmx_tag17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thmx_oleObject91.bin"/><Relationship Id="rId5" Type="http://schemas.openxmlformats.org/officeDocument/2006/relationships/image" Target="../media/thmx_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hmx_tag18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thmx_oleObject92.bin"/><Relationship Id="rId4" Type="http://schemas.openxmlformats.org/officeDocument/2006/relationships/image" Target="../media/thmx_image6.emf"/><Relationship Id="rId5" Type="http://schemas.openxmlformats.org/officeDocument/2006/relationships/image" Target="../media/thmx_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3300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2"/>
            <a:ext cx="5334000" cy="1140617"/>
          </a:xfrm>
        </p:spPr>
        <p:txBody>
          <a:bodyPr vert="horz" lIns="0" rIns="0" anchor="t"/>
          <a:lstStyle>
            <a:lvl1pPr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2665414"/>
            <a:ext cx="5334000" cy="1527175"/>
          </a:xfrm>
        </p:spPr>
        <p:txBody>
          <a:bodyPr lIns="0" rIns="0"/>
          <a:lstStyle>
            <a:lvl1pPr marL="0" indent="95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l" defTabSz="914423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l">
              <a:spcAft>
                <a:spcPts val="0"/>
              </a:spcAft>
              <a:buNone/>
              <a:tabLst/>
              <a:defRPr sz="16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1363700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381001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381001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056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6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67357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67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643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 rtl="0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 rtl="0">
              <a:defRPr sz="8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460786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7202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09" y="389713"/>
            <a:ext cx="9666731" cy="553998"/>
          </a:xfrm>
        </p:spPr>
        <p:txBody>
          <a:bodyPr vert="horz" wrap="square" lIns="0" tIns="0" rIns="0" bIns="0" anchorCtr="0">
            <a:sp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CA868-15DC-BDC1-C4AF-76252A701A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</p:spTree>
    <p:extLst>
      <p:ext uri="{BB962C8B-B14F-4D97-AF65-F5344CB8AC3E}">
        <p14:creationId xmlns:p14="http://schemas.microsoft.com/office/powerpoint/2010/main" val="2785525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E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177A8C-B67C-4D2A-A26D-8697D705277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3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177A8C-B67C-4D2A-A26D-8697D7052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09CDDE7-030D-4A48-89AA-8A4AC417069A}"/>
              </a:ext>
            </a:extLst>
          </p:cNvPr>
          <p:cNvSpPr/>
          <p:nvPr userDrawn="1"/>
        </p:nvSpPr>
        <p:spPr>
          <a:xfrm>
            <a:off x="3176" y="3176"/>
            <a:ext cx="12188824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757709"/>
            <a:ext cx="11434763" cy="5335587"/>
          </a:xfrm>
        </p:spPr>
        <p:txBody>
          <a:bodyPr/>
          <a:lstStyle>
            <a:lvl1pPr marL="857272" marR="0" indent="-857272" algn="l" defTabSz="685818" rtl="0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6672E-B846-4B83-92D7-240878B7638E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2"/>
                </a:solidFill>
              </a:rPr>
              <a:pPr algn="r" rtl="0"/>
              <a:t>‹#›</a:t>
            </a:fld>
            <a:endParaRPr lang="en-US" sz="1200" b="1">
              <a:solidFill>
                <a:schemeClr val="tx2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523B0B78-0BFE-97C6-A672-53911AE99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 rtl="0"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D2B9F-4885-599C-BBC9-2C320F8D6A8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26116" y="445591"/>
            <a:ext cx="1646548" cy="391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4B9F11-D8B6-BE3A-442D-9E668FBB0859}"/>
              </a:ext>
            </a:extLst>
          </p:cNvPr>
          <p:cNvSpPr txBox="1"/>
          <p:nvPr userDrawn="1"/>
        </p:nvSpPr>
        <p:spPr>
          <a:xfrm>
            <a:off x="10524492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</p:spTree>
    <p:extLst>
      <p:ext uri="{BB962C8B-B14F-4D97-AF65-F5344CB8AC3E}">
        <p14:creationId xmlns:p14="http://schemas.microsoft.com/office/powerpoint/2010/main" val="3636269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D46648A-A899-4021-936A-3944B2D2C3E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871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0" progId="TCLayout.ActiveDocument.1">
                  <p:embed/>
                </p:oleObj>
              </mc:Choice>
              <mc:Fallback>
                <p:oleObj name="think-cell Slide" r:id="rId6" imgW="473" imgH="47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D46648A-A899-4021-936A-3944B2D2C3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42F3EF-C055-4B8B-A675-BD44CF51FC4A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FAD6247-8AB8-4745-B5E0-8E16BD575AB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3801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15EC0-3059-4576-8AAB-0DB22878B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1" y="381002"/>
            <a:ext cx="5334000" cy="1140617"/>
          </a:xfrm>
        </p:spPr>
        <p:txBody>
          <a:bodyPr vert="horz" lIns="0" rIns="0" anchor="t"/>
          <a:lstStyle>
            <a:lvl1pPr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3801">
                <a:solidFill>
                  <a:schemeClr val="tx2"/>
                </a:solidFill>
              </a:defRPr>
            </a:lvl1pPr>
          </a:lstStyle>
          <a:p>
            <a:r>
              <a:rPr lang="en-US"/>
              <a:t>What are you here </a:t>
            </a:r>
            <a:br>
              <a:rPr lang="en-US"/>
            </a:br>
            <a:r>
              <a:rPr lang="en-US"/>
              <a:t>to say? Set the tone.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EB88D1-7DCF-4D2B-9BDA-B486D870D4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1" y="2665414"/>
            <a:ext cx="5334000" cy="1527175"/>
          </a:xfrm>
        </p:spPr>
        <p:txBody>
          <a:bodyPr lIns="0" rIns="0"/>
          <a:lstStyle>
            <a:lvl1pPr marL="0" indent="9525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bg2"/>
                </a:solidFill>
              </a:defRPr>
            </a:lvl1pPr>
            <a:lvl2pPr marL="0" marR="0" indent="9525" algn="r" defTabSz="914423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2000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3pPr>
            <a:lvl4pPr marL="0" indent="9525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4pPr>
            <a:lvl5pPr marL="0" indent="-1819321" algn="r">
              <a:spcAft>
                <a:spcPts val="0"/>
              </a:spcAft>
              <a:buNone/>
              <a:tabLst/>
              <a:defRPr sz="1600"/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tabLst/>
              <a:defRPr sz="1801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pPr lvl="0"/>
            <a:r>
              <a:rPr lang="en-US"/>
              <a:t>Add supporting detail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087EB-4651-49DE-8775-EE5EC2760FBA}"/>
              </a:ext>
            </a:extLst>
          </p:cNvPr>
          <p:cNvSpPr txBox="1"/>
          <p:nvPr userDrawn="1"/>
        </p:nvSpPr>
        <p:spPr>
          <a:xfrm>
            <a:off x="8339571" y="6282971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D2C1DAE9-E530-4063-AF2B-969F963962F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7843084" y="4760371"/>
            <a:ext cx="3967917" cy="19389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0000" indent="-180000" rtl="0">
              <a:buNone/>
              <a:defRPr lang="en-US" sz="1400" baseline="0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/>
              <a:t>Date here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2BD6C6A-37C1-4785-B5E0-B6AF2F7751D4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7843084" y="4545013"/>
            <a:ext cx="3966838" cy="193899"/>
          </a:xfrm>
          <a:noFill/>
          <a:ln w="6350" cap="flat">
            <a:noFill/>
          </a:ln>
        </p:spPr>
        <p:txBody>
          <a:bodyPr/>
          <a:lstStyle>
            <a:lvl1pPr marL="0" indent="0" rtl="0">
              <a:spcBef>
                <a:spcPts val="0"/>
              </a:spcBef>
              <a:buFontTx/>
              <a:buNone/>
              <a:defRPr sz="140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Report type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7D2F0-453B-42AF-B934-A9E083C89226}"/>
              </a:ext>
            </a:extLst>
          </p:cNvPr>
          <p:cNvSpPr/>
          <p:nvPr userDrawn="1"/>
        </p:nvSpPr>
        <p:spPr>
          <a:xfrm>
            <a:off x="6096000" y="5877272"/>
            <a:ext cx="1091444" cy="98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086DF5-95A5-4018-AFDD-2D4DE9BF253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884" y="1383360"/>
            <a:ext cx="4715790" cy="409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28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402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A8CAA18-4FEF-7F99-37BD-70857FFF2F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910114"/>
            <a:ext cx="11434763" cy="5335587"/>
          </a:xfrm>
        </p:spPr>
        <p:txBody>
          <a:bodyPr/>
          <a:lstStyle>
            <a:lvl1pPr marL="857272" marR="0" indent="-857272" algn="r" defTabSz="685818" rtl="1" eaLnBrk="1" fontAlgn="auto" latinLnBrk="0" hangingPunct="1">
              <a:lnSpc>
                <a:spcPct val="90000"/>
              </a:lnSpc>
              <a:spcBef>
                <a:spcPts val="674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600" b="1">
                <a:solidFill>
                  <a:schemeClr val="bg2"/>
                </a:solidFill>
              </a:defRPr>
            </a:lvl1pPr>
            <a:lvl2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2pPr>
            <a:lvl3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3pPr>
            <a:lvl4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4pPr>
            <a:lvl5pPr marL="716774" indent="-715583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45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685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07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0" y="381004"/>
            <a:ext cx="2286000" cy="2215991"/>
          </a:xfrm>
        </p:spPr>
        <p:txBody>
          <a:bodyPr vert="horz" rIns="0"/>
          <a:lstStyle>
            <a:lvl1pPr rtl="0"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25000" y="3810000"/>
            <a:ext cx="2286000" cy="740664"/>
          </a:xfrm>
        </p:spPr>
        <p:txBody>
          <a:bodyPr/>
          <a:lstStyle>
            <a:lvl1pPr rtl="0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98AC443E-CF7B-4EF7-B905-08C17706F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00" y="4550664"/>
            <a:ext cx="2285999" cy="912345"/>
          </a:xfrm>
        </p:spPr>
        <p:txBody>
          <a:bodyPr vert="horz" lIns="0" tIns="0" rIns="0" bIns="0" rtlCol="0" anchor="b">
            <a:noAutofit/>
          </a:bodyPr>
          <a:lstStyle>
            <a:lvl1pPr rtl="0">
              <a:defRPr lang="en-US" sz="800" noProof="0" dirty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19406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TP AR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26EB0273-2213-41E9-9608-9923C098D28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864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26EB0273-2213-41E9-9608-9923C098D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CB0DB22E-3512-4E7D-BFF2-2B6D8C2E75DA}"/>
              </a:ext>
            </a:extLst>
          </p:cNvPr>
          <p:cNvSpPr/>
          <p:nvPr userDrawn="1"/>
        </p:nvSpPr>
        <p:spPr>
          <a:xfrm>
            <a:off x="379014" y="5085184"/>
            <a:ext cx="3618059" cy="177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 rtl="0">
              <a:lnSpc>
                <a:spcPct val="90000"/>
              </a:lnSpc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ABDD21-FDB5-4BC7-A352-997226C5A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0" y="389713"/>
            <a:ext cx="8762759" cy="553998"/>
          </a:xfrm>
        </p:spPr>
        <p:txBody>
          <a:bodyPr vert="horz" wrap="square" lIns="0" tIns="0" rIns="0" bIns="0" anchorCtr="0">
            <a:sp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رسالة اساسية. إذا قرأ الجمهور هذا فقط ، فسيكون ذلك كافياً. اجعل لكل كلمة قيمة.</a:t>
            </a:r>
            <a:br>
              <a:rPr lang="en-US"/>
            </a:br>
            <a:r>
              <a:rPr lang="en-US"/>
              <a:t>قلها كما لو كنت في الغرفة.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458D9-158C-4B17-A32C-A238A1EBE3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709" y="1376771"/>
            <a:ext cx="11421050" cy="5091517"/>
          </a:xfrm>
        </p:spPr>
        <p:txBody>
          <a:bodyPr/>
          <a:lstStyle>
            <a:lvl1pPr algn="r" rtl="0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هذا هو المكان الذي تقدم فيه قضيتك بالأدلة والمعلومات ذات الصلة. اجعل الجمل موجزة. تجنب المصطلحات والتكرار.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B08E56-B33F-4C9A-A715-9D9C1B3665E0}"/>
              </a:ext>
            </a:extLst>
          </p:cNvPr>
          <p:cNvSpPr txBox="1"/>
          <p:nvPr userDrawn="1"/>
        </p:nvSpPr>
        <p:spPr>
          <a:xfrm>
            <a:off x="389709" y="6581406"/>
            <a:ext cx="1286508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2F34E5-DC14-4D39-8A85-EBF61158EF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9414" y="6496471"/>
            <a:ext cx="5321345" cy="237284"/>
          </a:xfrm>
        </p:spPr>
        <p:txBody>
          <a:bodyPr anchor="b"/>
          <a:lstStyle>
            <a:lvl1pPr algn="r" rtl="0">
              <a:defRPr sz="800"/>
            </a:lvl1pPr>
          </a:lstStyle>
          <a:p>
            <a:pPr lvl="0"/>
            <a:r>
              <a:rPr lang="en-US"/>
              <a:t>المصدر: برنامج تكامل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70578C7-F741-CC7A-2B62-CF6F39A287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709" y="1051935"/>
            <a:ext cx="11421050" cy="216613"/>
          </a:xfrm>
        </p:spPr>
        <p:txBody>
          <a:bodyPr/>
          <a:lstStyle>
            <a:lvl1pPr algn="r" rtl="0">
              <a:defRPr b="1"/>
            </a:lvl1pPr>
          </a:lstStyle>
          <a:p>
            <a:pPr lvl="0"/>
            <a:r>
              <a:rPr lang="en-US"/>
              <a:t>Sub-Header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88E31-AF2B-78D7-27B0-FEC00986D7AC}"/>
              </a:ext>
            </a:extLst>
          </p:cNvPr>
          <p:cNvSpPr txBox="1"/>
          <p:nvPr userDrawn="1"/>
        </p:nvSpPr>
        <p:spPr>
          <a:xfrm>
            <a:off x="118157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l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l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E7C36-4246-DC69-BF30-38D550B4782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72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TP AR 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552801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A6B304-33F4-893B-1878-3C1273F7D62B}"/>
              </a:ext>
            </a:extLst>
          </p:cNvPr>
          <p:cNvSpPr/>
          <p:nvPr userDrawn="1"/>
        </p:nvSpPr>
        <p:spPr>
          <a:xfrm>
            <a:off x="0" y="3176"/>
            <a:ext cx="12191999" cy="685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8ACE1FC-CF60-490B-908F-384F3BB0152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D4C26-2D77-4E3E-A00F-E13EDEA8A973}"/>
              </a:ext>
            </a:extLst>
          </p:cNvPr>
          <p:cNvSpPr txBox="1"/>
          <p:nvPr userDrawn="1"/>
        </p:nvSpPr>
        <p:spPr>
          <a:xfrm>
            <a:off x="4727848" y="6273318"/>
            <a:ext cx="2700300" cy="194027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401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8E7A4-6B70-4B96-BDE2-8482924DC05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3752" y="1492369"/>
            <a:ext cx="4464496" cy="3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1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/>
          <p:nvPr/>
        </p:nvSpPr>
        <p:spPr>
          <a:xfrm>
            <a:off x="3048000" y="-1587"/>
            <a:ext cx="3048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7CCCB-F6CD-F24D-9CF5-FE9F81B12F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1002"/>
            <a:ext cx="5334000" cy="830997"/>
          </a:xfrm>
        </p:spPr>
        <p:txBody>
          <a:bodyPr wrap="square" lIns="0" tIns="0" rIns="0" bIns="0" anchorCtr="0">
            <a:spAutoFit/>
          </a:bodyPr>
          <a:lstStyle>
            <a:lvl1pPr>
              <a:defRPr/>
            </a:lvl1pPr>
          </a:lstStyle>
          <a:p>
            <a:r>
              <a:rPr lang="en-GB"/>
              <a:t>Key message. If the audience reads just this, it will be enough. Make every word count. Say it like you would in the room.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449A7-2C50-4655-A44B-2F7825DD539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D968FD01-096C-B51F-187D-64E6DADF3A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9709" y="6496471"/>
            <a:ext cx="5321345" cy="237284"/>
          </a:xfrm>
        </p:spPr>
        <p:txBody>
          <a:bodyPr anchor="b"/>
          <a:lstStyle>
            <a:lvl1pPr>
              <a:defRPr sz="800"/>
            </a:lvl1pPr>
          </a:lstStyle>
          <a:p>
            <a:pPr lvl="0"/>
            <a:r>
              <a:rPr lang="en-US"/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864998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C41AF1E-F272-4933-A651-8FECCA59E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797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C41AF1E-F272-4933-A651-8FECCA59E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4C3A91-5A88-6F49-B31C-7C3C6EB2A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001" y="381000"/>
            <a:ext cx="3810000" cy="3746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A75C044-EF0B-6A4F-907C-515927B913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00" y="381000"/>
            <a:ext cx="4191001" cy="374650"/>
          </a:xfrm>
        </p:spPr>
        <p:txBody>
          <a:bodyPr/>
          <a:lstStyle>
            <a:lvl1pPr marL="0" indent="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Heading: Make your point.</a:t>
            </a:r>
          </a:p>
          <a:p>
            <a:pPr lvl="1"/>
            <a:r>
              <a:rPr lang="en-GB"/>
              <a:t>Sub-heading: Add supporting detail.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5C4D7CF-6868-C642-B298-65F96507D5D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29001" y="1143004"/>
            <a:ext cx="3810000" cy="4949825"/>
          </a:xfrm>
        </p:spPr>
        <p:txBody>
          <a:bodyPr tIns="0"/>
          <a:lstStyle>
            <a:lvl1pPr marL="0" marR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This is where you make your case with relevant evidence and information. Keep sentences concise. Avoid jargon and repetition.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878B453-1C2F-7042-9F43-39BF515D313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620000" y="1143004"/>
            <a:ext cx="4191001" cy="4949825"/>
          </a:xfrm>
        </p:spPr>
        <p:txBody>
          <a:bodyPr tIns="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721E0-3B2F-4A97-96C0-D4F6172B5F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88E601CA-3A9D-4C57-866D-719817902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817C9F-B2AA-46D5-8766-8D5E783B6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4A71F9C8-0685-4CE5-8B8B-3148C834A0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334114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F5CAB5-F976-4C40-89AE-9A89E9C4AC4F}"/>
              </a:ext>
            </a:extLst>
          </p:cNvPr>
          <p:cNvSpPr/>
          <p:nvPr/>
        </p:nvSpPr>
        <p:spPr>
          <a:xfrm>
            <a:off x="3048003" y="0"/>
            <a:ext cx="3047999" cy="6858000"/>
          </a:xfrm>
          <a:prstGeom prst="rect">
            <a:avLst/>
          </a:prstGeom>
          <a:solidFill>
            <a:srgbClr val="F0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B78D11-144A-4B42-AA51-7E5FE4BFDAC3}"/>
              </a:ext>
            </a:extLst>
          </p:cNvPr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25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CF47EE3-F5CB-4E44-BC68-EC24C6779C1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000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96EB4AD-659A-9A47-B141-976732FEBC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4"/>
            <a:ext cx="3048000" cy="2663825"/>
          </a:xfrm>
          <a:solidFill>
            <a:srgbClr val="F0EFEF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8DFD1BD5-98E0-0947-9140-940DFF97013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7359" y="4"/>
            <a:ext cx="3048000" cy="2663825"/>
          </a:xfr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4CBE62D-52E2-4C4C-AF6E-96D1E5707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3" y="3048000"/>
            <a:ext cx="2285999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1C3C4FE2-D60A-3C44-A1A2-F63809BB1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001" y="3048000"/>
            <a:ext cx="228600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39E6F826-10D9-8247-8889-29223C7F8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048000"/>
            <a:ext cx="2289360" cy="304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b="1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/>
              <a:defRPr b="1"/>
            </a:lvl3pPr>
            <a:lvl4pPr marL="135004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4pPr>
            <a:lvl5pPr marL="270007" indent="-135004">
              <a:spcBef>
                <a:spcPts val="0"/>
              </a:spcBef>
              <a:spcAft>
                <a:spcPts val="0"/>
              </a:spcAft>
              <a:buFont typeface="System Font Regular"/>
              <a:buChar char="–"/>
              <a:tabLst/>
              <a:defRPr/>
            </a:lvl5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Job title and location second level</a:t>
            </a:r>
          </a:p>
          <a:p>
            <a:pPr lvl="2"/>
            <a:r>
              <a:rPr lang="en-GB"/>
              <a:t>Summary of experience third level</a:t>
            </a:r>
          </a:p>
          <a:p>
            <a:pPr lvl="3"/>
            <a:r>
              <a:rPr lang="en-GB"/>
              <a:t>Fourth level bullet</a:t>
            </a:r>
          </a:p>
          <a:p>
            <a:pPr lvl="4"/>
            <a:r>
              <a:rPr lang="en-GB"/>
              <a:t>Fifth level bullet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468541-A21A-46F7-AFC4-CBC98C325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3" y="381004"/>
            <a:ext cx="2285999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Key message. </a:t>
            </a:r>
            <a:br>
              <a:rPr lang="en-GB"/>
            </a:br>
            <a:r>
              <a:rPr lang="en-GB"/>
              <a:t>If the audience reads just this, it will be enough. Make every word count. Say it like you would in the room.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EB530-C9AB-47DA-9252-5C8BF600395E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F5CA75AA-8950-49EF-A6BF-795438BB6B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B040243-4497-4238-8BC4-E0ED6792B7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13334059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8AE126-4944-4AD5-BFEA-CBC1D7A34F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8699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8AE126-4944-4AD5-BFEA-CBC1D7A34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6F4BDBA-8A7A-4151-9891-CE2FF8030BCB}"/>
              </a:ext>
            </a:extLst>
          </p:cNvPr>
          <p:cNvSpPr/>
          <p:nvPr/>
        </p:nvSpPr>
        <p:spPr>
          <a:xfrm>
            <a:off x="3048000" y="0"/>
            <a:ext cx="4572000" cy="3429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6D9F4-AFFE-40C2-A711-D5F9F9523EA2}"/>
              </a:ext>
            </a:extLst>
          </p:cNvPr>
          <p:cNvSpPr/>
          <p:nvPr/>
        </p:nvSpPr>
        <p:spPr>
          <a:xfrm>
            <a:off x="3048000" y="3429000"/>
            <a:ext cx="4572000" cy="3429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t"/>
          <a:lstStyle/>
          <a:p>
            <a:pPr marL="0" marR="0" lvl="0" indent="0" algn="l" defTabSz="6858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F01B772-E707-4318-AFF4-D233B7291D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8974" y="381004"/>
            <a:ext cx="3810000" cy="3574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Situation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9F9E8AE9-DD63-4653-988B-3750118E13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74" y="3810003"/>
            <a:ext cx="3810000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Approach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7F035056-C297-4E3D-A5DA-D866119582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02" y="3810003"/>
            <a:ext cx="3810001" cy="37697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50" b="1"/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GB"/>
              <a:t>Impact</a:t>
            </a:r>
          </a:p>
        </p:txBody>
      </p:sp>
      <p:sp>
        <p:nvSpPr>
          <p:cNvPr id="27" name="Text Placeholder 31">
            <a:extLst>
              <a:ext uri="{FF2B5EF4-FFF2-40B4-BE49-F238E27FC236}">
                <a16:creationId xmlns:a16="http://schemas.microsoft.com/office/drawing/2014/main" id="{FCA46901-ED40-41AA-95AD-ADE9E86C443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28974" y="4187829"/>
            <a:ext cx="3810027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FFC8F3DC-2FB3-4CA7-9006-B6A3370B9E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00946" y="4186242"/>
            <a:ext cx="3809266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sz="1200">
                <a:solidFill>
                  <a:schemeClr val="bg2">
                    <a:lumMod val="75000"/>
                  </a:schemeClr>
                </a:solidFill>
              </a:defRPr>
            </a:lvl2pPr>
            <a:lvl3pPr>
              <a:defRPr sz="1200">
                <a:solidFill>
                  <a:schemeClr val="bg2">
                    <a:lumMod val="75000"/>
                  </a:schemeClr>
                </a:solidFill>
              </a:defRPr>
            </a:lvl3pPr>
            <a:lvl4pPr>
              <a:defRPr sz="1200">
                <a:solidFill>
                  <a:schemeClr val="bg2">
                    <a:lumMod val="75000"/>
                  </a:schemeClr>
                </a:solidFill>
              </a:defRPr>
            </a:lvl4pPr>
            <a:lvl5pPr>
              <a:defRPr sz="1200">
                <a:solidFill>
                  <a:schemeClr val="bg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36">
            <a:extLst>
              <a:ext uri="{FF2B5EF4-FFF2-40B4-BE49-F238E27FC236}">
                <a16:creationId xmlns:a16="http://schemas.microsoft.com/office/drawing/2014/main" id="{C88F3AC6-38BB-420F-928B-D3D9DAD55B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28975" y="765179"/>
            <a:ext cx="3810001" cy="1087477"/>
          </a:xfrm>
        </p:spPr>
        <p:txBody>
          <a:bodyPr wrap="square" lIns="0" tIns="0" rIns="0" bIns="0" anchorCtr="0">
            <a:sp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B62EDA09-4F38-47EC-8087-3301CDABF2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20000" y="-1"/>
            <a:ext cx="4572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A0B98-0DF4-4A76-8628-69172B20F235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88A8361C-619B-4127-B931-EDCEBE30D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4"/>
            <a:ext cx="2286000" cy="221599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5F3E10A-3E41-4E9B-AC85-29840E71E9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3810000"/>
            <a:ext cx="2286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3EBA87-9A26-4209-9571-76B426FE2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" y="4550664"/>
            <a:ext cx="2285999" cy="912345"/>
          </a:xfrm>
        </p:spPr>
        <p:txBody>
          <a:bodyPr anchor="b"/>
          <a:lstStyle>
            <a:lvl1pPr>
              <a:defRPr sz="800"/>
            </a:lvl1pPr>
          </a:lstStyle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</p:spTree>
    <p:extLst>
      <p:ext uri="{BB962C8B-B14F-4D97-AF65-F5344CB8AC3E}">
        <p14:creationId xmlns:p14="http://schemas.microsoft.com/office/powerpoint/2010/main" val="2756041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8446ED1-B935-40E1-9636-4DD03C1D7C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406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8446ED1-B935-40E1-9636-4DD03C1D7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324F1CC-BBCD-4AD6-9A7C-137FEFA779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E1E5AF-43EF-49CD-A70B-FBA2BCAA3F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2286000" cy="221599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</a:p>
        </p:txBody>
      </p:sp>
    </p:spTree>
    <p:extLst>
      <p:ext uri="{BB962C8B-B14F-4D97-AF65-F5344CB8AC3E}">
        <p14:creationId xmlns:p14="http://schemas.microsoft.com/office/powerpoint/2010/main" val="3373860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821F2A-CECE-4222-9218-8B9B58EAAD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587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821F2A-CECE-4222-9218-8B9B58EA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872A842-92C6-13F5-CC0D-5DA773238757}"/>
              </a:ext>
            </a:extLst>
          </p:cNvPr>
          <p:cNvSpPr/>
          <p:nvPr/>
        </p:nvSpPr>
        <p:spPr>
          <a:xfrm>
            <a:off x="0" y="1524000"/>
            <a:ext cx="12191999" cy="533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FCC0A-FB89-C294-231F-1EF976F2756B}"/>
              </a:ext>
            </a:extLst>
          </p:cNvPr>
          <p:cNvSpPr/>
          <p:nvPr/>
        </p:nvSpPr>
        <p:spPr>
          <a:xfrm>
            <a:off x="0" y="3176"/>
            <a:ext cx="12191999" cy="1520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171A1-783E-47BF-ADBA-51248DF70A96}"/>
              </a:ext>
            </a:extLst>
          </p:cNvPr>
          <p:cNvSpPr txBox="1"/>
          <p:nvPr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1200" b="1">
                <a:solidFill>
                  <a:schemeClr val="tx2">
                    <a:lumMod val="75000"/>
                  </a:schemeClr>
                </a:solidFill>
              </a:rPr>
              <a:pPr algn="r"/>
              <a:t>‹#›</a:t>
            </a:fld>
            <a:endParaRPr lang="en-US" sz="1200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117A900-B032-4BED-9115-F1FFCFCE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5"/>
            <a:ext cx="8001000" cy="563719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DD2205-27B3-420E-A514-F9946F0E6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000" y="1909064"/>
            <a:ext cx="3429000" cy="740664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8FC4A-EB8F-1C10-2251-44481543522C}"/>
              </a:ext>
            </a:extLst>
          </p:cNvPr>
          <p:cNvSpPr/>
          <p:nvPr/>
        </p:nvSpPr>
        <p:spPr>
          <a:xfrm>
            <a:off x="384175" y="6096000"/>
            <a:ext cx="1901825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lvl="0" indent="0" algn="l" defTabSz="685818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800" kern="1200" noProof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Source: TETP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B0097-D77E-D8B0-97F7-F9A33C50459B}"/>
              </a:ext>
            </a:extLst>
          </p:cNvPr>
          <p:cNvSpPr txBox="1"/>
          <p:nvPr/>
        </p:nvSpPr>
        <p:spPr>
          <a:xfrm>
            <a:off x="9120336" y="6408999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C8E9D-59A7-99C9-C17E-893CEBD6BA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391355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8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1820715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2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173851" y="5738611"/>
            <a:ext cx="270030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Restricted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1062" y="6595256"/>
            <a:ext cx="265176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1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518241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2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marR="0" lvl="0" indent="0" algn="l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>
          <a:xfrm>
            <a:off x="9144000" y="4"/>
            <a:ext cx="3048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3738" y="381000"/>
            <a:ext cx="2286000" cy="228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B4B1-7789-CE46-95B2-2777D779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381000"/>
            <a:ext cx="8378825" cy="5715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This is where you make your case with relevant evidence and information. Keep sentences concise. Avoid jargon and repetition.</a:t>
            </a:r>
          </a:p>
          <a:p>
            <a:pPr lvl="1"/>
            <a:r>
              <a:rPr lang="en-US" noProof="0"/>
              <a:t>Bullet 1: Second level</a:t>
            </a:r>
          </a:p>
          <a:p>
            <a:pPr lvl="2"/>
            <a:r>
              <a:rPr lang="en-US" noProof="0"/>
              <a:t>Bullet 2: Third level</a:t>
            </a:r>
          </a:p>
          <a:p>
            <a:pPr lvl="3"/>
            <a:r>
              <a:rPr lang="en-US" noProof="0"/>
              <a:t>Bullet 3: Fourth level</a:t>
            </a:r>
          </a:p>
          <a:p>
            <a:pPr lvl="4"/>
            <a:r>
              <a:rPr lang="en-US" noProof="0"/>
              <a:t>Bullet 4: 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6EEA3-2E52-4E6C-B9A8-118544629F07}"/>
              </a:ext>
            </a:extLst>
          </p:cNvPr>
          <p:cNvSpPr txBox="1"/>
          <p:nvPr userDrawn="1"/>
        </p:nvSpPr>
        <p:spPr>
          <a:xfrm>
            <a:off x="9377363" y="5738611"/>
            <a:ext cx="2698750" cy="152349"/>
          </a:xfrm>
          <a:prstGeom prst="rect">
            <a:avLst/>
          </a:prstGeom>
          <a:noFill/>
          <a:ln w="6350" cap="flat">
            <a:noFill/>
            <a:miter lim="800000"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685818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rgbClr val="F5F5F5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محظور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F1791-4180-48E4-A1FE-3DE6689795D2}"/>
              </a:ext>
            </a:extLst>
          </p:cNvPr>
          <p:cNvSpPr txBox="1"/>
          <p:nvPr userDrawn="1"/>
        </p:nvSpPr>
        <p:spPr>
          <a:xfrm>
            <a:off x="11874501" y="6595256"/>
            <a:ext cx="265113" cy="1384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 rtl="0"/>
            <a:fld id="{6CE8C368-3382-4C28-AE75-DF7C05ACA19D}" type="slidenum">
              <a:rPr lang="en-US" sz="1200" b="1">
                <a:solidFill>
                  <a:schemeClr val="tx1"/>
                </a:solidFill>
              </a:rPr>
              <a:pPr algn="r" rtl="0"/>
              <a:t>‹#›</a:t>
            </a:fld>
            <a:endParaRPr lang="en-US" sz="12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2E998D-385F-55A4-5A1E-9659A1BD3BD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000" y="6072282"/>
            <a:ext cx="2286000" cy="5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5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6" r:id="rId4"/>
    <p:sldLayoutId id="2147483838" r:id="rId5"/>
  </p:sldLayoutIdLst>
  <p:hf hdr="0" ftr="0" dt="0"/>
  <p:txStyles>
    <p:titleStyle>
      <a:lvl1pPr marL="0" algn="l" defTabSz="685818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18" rtl="0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lang="en-US" sz="1401" kern="1200" noProof="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13500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270007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405011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540014" indent="-135004" algn="l" defTabSz="685818" rtl="0" eaLnBrk="1" latinLnBrk="0" hangingPunct="1">
        <a:lnSpc>
          <a:spcPct val="90000"/>
        </a:lnSpc>
        <a:spcBef>
          <a:spcPts val="0"/>
        </a:spcBef>
        <a:spcAft>
          <a:spcPts val="450"/>
        </a:spcAft>
        <a:buFont typeface="System Font Regular"/>
        <a:buChar char="–"/>
        <a:tabLst/>
        <a:defRPr sz="1401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r" defTabSz="685818" rtl="1" eaLnBrk="1" latinLnBrk="0" hangingPunct="1">
        <a:lnSpc>
          <a:spcPct val="9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tabLst/>
        <a:defRPr sz="8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8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r" defTabSz="685818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Digital learning transformation: Phase 2 readout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rial"/>
              </a:rPr>
              <a:t>Steering committee briefing (illustrative example data)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June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Status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Where we stand after six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Phase 2 is on track: adoption and satisfaction exceed targets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Program scorecard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121408"/>
            <a:ext cx="199796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2121408"/>
            <a:ext cx="1997964" cy="41148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2231136"/>
            <a:ext cx="1778508" cy="2020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1">
                <a:solidFill>
                  <a:srgbClr val="3A3B68"/>
                </a:solidFill>
                <a:latin typeface="Arial"/>
              </a:rPr>
              <a:t>82%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+14 pts vs target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Platform adoption across academies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4980" y="2121408"/>
            <a:ext cx="199796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54980" y="2121408"/>
            <a:ext cx="1997964" cy="41148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4708" y="2231136"/>
            <a:ext cx="1778508" cy="2020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1">
                <a:solidFill>
                  <a:srgbClr val="3A3B68"/>
                </a:solidFill>
                <a:latin typeface="Arial"/>
              </a:rPr>
              <a:t>4.4/5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+0.6 vs baseline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Learner satisfaction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121408"/>
            <a:ext cx="199796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121408"/>
            <a:ext cx="1997964" cy="41148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231136"/>
            <a:ext cx="1778508" cy="2020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200" b="1">
                <a:solidFill>
                  <a:srgbClr val="3A3B68"/>
                </a:solidFill>
                <a:latin typeface="Arial"/>
              </a:rPr>
              <a:t>37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of 45 planned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Courses migrated to new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06940" y="2121408"/>
            <a:ext cx="199796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06940" y="2121408"/>
            <a:ext cx="1997964" cy="41148"/>
          </a:xfrm>
          <a:prstGeom prst="rect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6668" y="2231136"/>
            <a:ext cx="1778508" cy="2020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3A3B68"/>
                </a:solidFill>
                <a:latin typeface="Arial"/>
              </a:rPr>
              <a:t>SAR 2.1M</a:t>
            </a:r>
          </a:p>
          <a:p>
            <a:pPr algn="ctr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+12% vs plan</a:t>
            </a:r>
          </a:p>
          <a:p>
            <a:pPr algn="ctr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Run-rate savings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Three forces will shape the next phase of the program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analysis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384048"/>
            <a:ext cx="270662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384048"/>
            <a:ext cx="2706624" cy="41148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75304" y="603503"/>
            <a:ext cx="241401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C4996C"/>
                </a:solidFill>
                <a:latin typeface="Arial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1">
                <a:solidFill>
                  <a:srgbClr val="3A3B68"/>
                </a:solidFill>
                <a:latin typeface="Arial"/>
              </a:rPr>
              <a:t>AI-assisted instruction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Adaptive tutoring pilots cut time-to-competency by 23% in two academies; scaling requires instructor enablement.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84048"/>
            <a:ext cx="270662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384048"/>
            <a:ext cx="2706624" cy="41148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603503"/>
            <a:ext cx="241401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C4996C"/>
                </a:solidFill>
                <a:latin typeface="Arial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1">
                <a:solidFill>
                  <a:srgbClr val="3A3B68"/>
                </a:solidFill>
                <a:latin typeface="Arial"/>
              </a:rPr>
              <a:t>Capacity constraints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Instructor availability is the binding constraint for FY27 expansion; certification pipeline covers only 60% of 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84048"/>
            <a:ext cx="270662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98280" y="384048"/>
            <a:ext cx="2706624" cy="41148"/>
          </a:xfrm>
          <a:prstGeom prst="rect">
            <a:avLst/>
          </a:prstGeom>
          <a:solidFill>
            <a:srgbClr val="C49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4584" y="603503"/>
            <a:ext cx="241401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C4996C"/>
                </a:solidFill>
                <a:latin typeface="Arial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00" b="1">
                <a:solidFill>
                  <a:srgbClr val="3A3B68"/>
                </a:solidFill>
                <a:latin typeface="Arial"/>
              </a:rPr>
              <a:t>Funding window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The transformation budget envelope closes in Q2 FY27; uncommitted scope must be locked by December.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Centralized delivery outperforms the federated model on every cost metric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Operating model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benchmarking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384048"/>
            <a:ext cx="4123944" cy="292608"/>
          </a:xfrm>
          <a:prstGeom prst="rect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384048"/>
            <a:ext cx="39044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Centralized academy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713232"/>
            <a:ext cx="4123944" cy="14439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822960"/>
            <a:ext cx="3904487" cy="1224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One shared platform team; 11 FTE total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Cost per learner-hour of SAR 38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Single content pipeline, 4-week turnaround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Consistent quality assurance across academies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59" y="384048"/>
            <a:ext cx="4123944" cy="292608"/>
          </a:xfrm>
          <a:prstGeom prst="rect">
            <a:avLst/>
          </a:prstGeom>
          <a:gradFill rotWithShape="1">
            <a:gsLst>
              <a:gs pos="0">
                <a:srgbClr val="C4996C"/>
              </a:gs>
              <a:gs pos="100000">
                <a:srgbClr val="A87F4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7" y="384048"/>
            <a:ext cx="390448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Federated model (status quo)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59" y="713232"/>
            <a:ext cx="4123944" cy="14439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7" y="822960"/>
            <a:ext cx="3904487" cy="1224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Five parallel platform teams; 19 FTE total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Cost per learner-hour of SAR 61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Duplicate content builds across academies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Quality varies; no shared standards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 four-step path takes the program from pilot to full scale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Scale-up approach</a:t>
            </a:r>
          </a:p>
        </p:txBody>
      </p:sp>
      <p:sp>
        <p:nvSpPr>
          <p:cNvPr id="6" name="Pentagon 5"/>
          <p:cNvSpPr/>
          <p:nvPr/>
        </p:nvSpPr>
        <p:spPr>
          <a:xfrm>
            <a:off x="393192" y="1380744"/>
            <a:ext cx="2759202" cy="502920"/>
          </a:xfrm>
          <a:prstGeom prst="homePlate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0744"/>
            <a:ext cx="253974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Consolidate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993392"/>
            <a:ext cx="2759202" cy="437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Merge platform teams and standardize toolchain by Q3.</a:t>
            </a:r>
          </a:p>
        </p:txBody>
      </p:sp>
      <p:sp>
        <p:nvSpPr>
          <p:cNvPr id="9" name="Chevron 8"/>
          <p:cNvSpPr/>
          <p:nvPr/>
        </p:nvSpPr>
        <p:spPr>
          <a:xfrm>
            <a:off x="3280410" y="1380744"/>
            <a:ext cx="2759202" cy="502920"/>
          </a:xfrm>
          <a:prstGeom prst="chevron">
            <a:avLst/>
          </a:prstGeom>
          <a:gradFill rotWithShape="1">
            <a:gsLst>
              <a:gs pos="0">
                <a:srgbClr val="C4996C"/>
              </a:gs>
              <a:gs pos="100000">
                <a:srgbClr val="A87F4E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138" y="1380744"/>
            <a:ext cx="253974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Certify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0410" y="1993392"/>
            <a:ext cx="2759202" cy="437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Run instructor certification waves; 120 instructors by Q4.</a:t>
            </a:r>
          </a:p>
        </p:txBody>
      </p:sp>
      <p:sp>
        <p:nvSpPr>
          <p:cNvPr id="12" name="Chevron 11"/>
          <p:cNvSpPr/>
          <p:nvPr/>
        </p:nvSpPr>
        <p:spPr>
          <a:xfrm>
            <a:off x="6167628" y="1380744"/>
            <a:ext cx="2759202" cy="502920"/>
          </a:xfrm>
          <a:prstGeom prst="chevron">
            <a:avLst/>
          </a:prstGeom>
          <a:gradFill rotWithShape="1">
            <a:gsLst>
              <a:gs pos="0">
                <a:srgbClr val="66689B"/>
              </a:gs>
              <a:gs pos="100000">
                <a:srgbClr val="505282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6" y="1380744"/>
            <a:ext cx="253974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Migrate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7628" y="1993392"/>
            <a:ext cx="2759202" cy="437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Move remaining 8 courses; retire legacy systems.</a:t>
            </a:r>
          </a:p>
        </p:txBody>
      </p:sp>
      <p:sp>
        <p:nvSpPr>
          <p:cNvPr id="15" name="Chevron 14"/>
          <p:cNvSpPr/>
          <p:nvPr/>
        </p:nvSpPr>
        <p:spPr>
          <a:xfrm>
            <a:off x="9054846" y="1380744"/>
            <a:ext cx="2759202" cy="502920"/>
          </a:xfrm>
          <a:prstGeom prst="chevron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1380744"/>
            <a:ext cx="253974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4846" y="1993392"/>
            <a:ext cx="2759202" cy="437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Onboard three remaining academies in FY27.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Key decisions cluster in the next two quarters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Program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3473805"/>
            <a:ext cx="11237976" cy="2286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32864" y="3412083"/>
            <a:ext cx="146304" cy="146304"/>
          </a:xfrm>
          <a:prstGeom prst="ellipse">
            <a:avLst/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4536" y="2998317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3A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" y="2998317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Jul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674973"/>
            <a:ext cx="2134209" cy="26160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Operating model decision</a:t>
            </a:r>
          </a:p>
        </p:txBody>
      </p:sp>
      <p:sp>
        <p:nvSpPr>
          <p:cNvPr id="11" name="Oval 10"/>
          <p:cNvSpPr/>
          <p:nvPr/>
        </p:nvSpPr>
        <p:spPr>
          <a:xfrm>
            <a:off x="3731666" y="3412083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3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3338" y="2998317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666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3338" y="2998317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7713" y="3674973"/>
            <a:ext cx="2134209" cy="26160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Instructor wave 2 complete</a:t>
            </a:r>
          </a:p>
        </p:txBody>
      </p:sp>
      <p:sp>
        <p:nvSpPr>
          <p:cNvPr id="15" name="Oval 14"/>
          <p:cNvSpPr/>
          <p:nvPr/>
        </p:nvSpPr>
        <p:spPr>
          <a:xfrm>
            <a:off x="6030468" y="3412083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3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92140" y="2998317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666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2140" y="2998317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Dec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6515" y="3674973"/>
            <a:ext cx="2134209" cy="26160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Scope lock for FY27</a:t>
            </a:r>
          </a:p>
        </p:txBody>
      </p:sp>
      <p:sp>
        <p:nvSpPr>
          <p:cNvPr id="19" name="Oval 18"/>
          <p:cNvSpPr/>
          <p:nvPr/>
        </p:nvSpPr>
        <p:spPr>
          <a:xfrm>
            <a:off x="8329269" y="3412083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3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90941" y="2998317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666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0941" y="2998317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Mar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5316" y="3674973"/>
            <a:ext cx="2134209" cy="26160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Legacy platform retired</a:t>
            </a:r>
          </a:p>
        </p:txBody>
      </p:sp>
      <p:sp>
        <p:nvSpPr>
          <p:cNvPr id="23" name="Oval 22"/>
          <p:cNvSpPr/>
          <p:nvPr/>
        </p:nvSpPr>
        <p:spPr>
          <a:xfrm>
            <a:off x="10628071" y="3412083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3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9743" y="2998317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666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9743" y="2998317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Arial"/>
              </a:rPr>
              <a:t>Jun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4118" y="3674973"/>
            <a:ext cx="2134209" cy="26160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All academies onboarded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Adoption growth is driven by the three largest academies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Monthly active learners by academy cluster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Platform analytics, May 2026 (illustrative)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622" y="384048"/>
            <a:ext cx="2804281" cy="292608"/>
          </a:xfrm>
          <a:prstGeom prst="rect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10350" y="384048"/>
            <a:ext cx="258482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622" y="713232"/>
            <a:ext cx="2804281" cy="53858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0350" y="822960"/>
            <a:ext cx="2584825" cy="5166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Large academies added 4,700 active learners in five months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Specialist units lag; targeted onboarding starts in July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Growth rate supports the FY27 scale-up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84048"/>
            <a:ext cx="5443606" cy="571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593592" y="530352"/>
          <a:ext cx="5114422" cy="5422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Course migration is ahead of plan in three of five academies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office, June 2026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Migration status by academy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192" y="1380744"/>
          <a:ext cx="11420856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171"/>
                <a:gridCol w="2284171"/>
                <a:gridCol w="2284171"/>
                <a:gridCol w="2284171"/>
                <a:gridCol w="228417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Academy</a:t>
                      </a:r>
                    </a:p>
                  </a:txBody>
                  <a:tcPr marL="76200" marR="76200" marT="38100" marB="38100">
                    <a:solidFill>
                      <a:srgbClr val="3A3B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Courses planned</a:t>
                      </a:r>
                    </a:p>
                  </a:txBody>
                  <a:tcPr marL="76200" marR="76200" marT="38100" marB="38100">
                    <a:solidFill>
                      <a:srgbClr val="3A3B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Migrated</a:t>
                      </a:r>
                    </a:p>
                  </a:txBody>
                  <a:tcPr marL="76200" marR="76200" marT="38100" marB="38100">
                    <a:solidFill>
                      <a:srgbClr val="3A3B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On plan?</a:t>
                      </a:r>
                    </a:p>
                  </a:txBody>
                  <a:tcPr marL="76200" marR="76200" marT="38100" marB="38100">
                    <a:solidFill>
                      <a:srgbClr val="3A3B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Go-live</a:t>
                      </a:r>
                    </a:p>
                  </a:txBody>
                  <a:tcPr marL="76200" marR="76200" marT="38100" marB="38100">
                    <a:solidFill>
                      <a:srgbClr val="3A3B6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Naval Academy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Q3 FY26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Technical Institute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Q3 FY26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Aviation School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Q4 FY26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Logistics College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At risk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Q1 FY27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Medical Training Center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At risk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E1E1E"/>
                          </a:solidFill>
                          <a:latin typeface="Arial"/>
                        </a:rPr>
                        <a:t>Q1 FY27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Delivery setup is on track to support pilot delivery from September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Workstream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1380744"/>
            <a:ext cx="3419856" cy="292608"/>
          </a:xfrm>
          <a:prstGeom prst="rect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65376" y="1380744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80744"/>
            <a:ext cx="6510528" cy="292608"/>
          </a:xfrm>
          <a:prstGeom prst="rect">
            <a:avLst/>
          </a:prstGeom>
          <a:gradFill rotWithShape="1">
            <a:gsLst>
              <a:gs pos="0">
                <a:srgbClr val="5D5E92"/>
              </a:gs>
              <a:gs pos="100000">
                <a:srgbClr val="3A3B68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13248" y="1380744"/>
            <a:ext cx="629107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Progress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728216"/>
            <a:ext cx="1234440" cy="4288536"/>
          </a:xfrm>
          <a:prstGeom prst="rect">
            <a:avLst/>
          </a:prstGeom>
          <a:solidFill>
            <a:srgbClr val="EA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728216"/>
            <a:ext cx="1088136" cy="4288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A87F4E"/>
                </a:solidFill>
                <a:latin typeface="Arial"/>
              </a:rPr>
              <a:t>Course Delivery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1728216"/>
            <a:ext cx="3419856" cy="755294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1728216"/>
            <a:ext cx="3008376" cy="755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3A3B68"/>
                </a:solidFill>
                <a:latin typeface="Arial"/>
              </a:rPr>
              <a:t>Conduct student selection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4914900" y="2028139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728216"/>
            <a:ext cx="6510528" cy="75529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1783080"/>
            <a:ext cx="6327648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–  Drafted student selection criteria with service institutes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5648" y="2611526"/>
            <a:ext cx="3419856" cy="755294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2611526"/>
            <a:ext cx="3008376" cy="755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3A3B68"/>
                </a:solidFill>
                <a:latin typeface="Arial"/>
              </a:rPr>
              <a:t>Secure approval to launch the pilot courses</a:t>
            </a:r>
          </a:p>
        </p:txBody>
      </p:sp>
      <p:sp>
        <p:nvSpPr>
          <p:cNvPr id="19" name="Oval 18"/>
          <p:cNvSpPr/>
          <p:nvPr/>
        </p:nvSpPr>
        <p:spPr>
          <a:xfrm>
            <a:off x="4914900" y="2911449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0" y="2611526"/>
            <a:ext cx="6510528" cy="75529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2666390"/>
            <a:ext cx="6327648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–  Started preparing the Training Authorization 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5648" y="3494836"/>
            <a:ext cx="3419856" cy="755294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47088" y="3494836"/>
            <a:ext cx="3008376" cy="755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3A3B68"/>
                </a:solidFill>
                <a:latin typeface="Arial"/>
              </a:rPr>
              <a:t>Select instructors for the pilot courses</a:t>
            </a:r>
          </a:p>
        </p:txBody>
      </p:sp>
      <p:sp>
        <p:nvSpPr>
          <p:cNvPr id="24" name="Oval 23"/>
          <p:cNvSpPr/>
          <p:nvPr/>
        </p:nvSpPr>
        <p:spPr>
          <a:xfrm>
            <a:off x="4914900" y="3794760"/>
            <a:ext cx="155448" cy="1554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3494836"/>
            <a:ext cx="6510528" cy="75529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3549700"/>
            <a:ext cx="6327648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–  Defined instructor selection criteria; two nominations requested per institute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55648" y="4378147"/>
            <a:ext cx="3419856" cy="755294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7088" y="4378147"/>
            <a:ext cx="3008376" cy="755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3A3B68"/>
                </a:solidFill>
                <a:latin typeface="Arial"/>
              </a:rPr>
              <a:t>Set up LMS and digital course materials</a:t>
            </a:r>
          </a:p>
        </p:txBody>
      </p:sp>
      <p:sp>
        <p:nvSpPr>
          <p:cNvPr id="29" name="Oval 28"/>
          <p:cNvSpPr/>
          <p:nvPr/>
        </p:nvSpPr>
        <p:spPr>
          <a:xfrm>
            <a:off x="4914900" y="4678070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0" y="4378147"/>
            <a:ext cx="6510528" cy="75529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59" y="4433011"/>
            <a:ext cx="6327648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–  Not started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5261457"/>
            <a:ext cx="3419856" cy="755294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47088" y="5261457"/>
            <a:ext cx="3008376" cy="7552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3A3B68"/>
                </a:solidFill>
                <a:latin typeface="Arial"/>
              </a:rPr>
              <a:t>Prepare the physical delivery setup</a:t>
            </a:r>
          </a:p>
        </p:txBody>
      </p:sp>
      <p:sp>
        <p:nvSpPr>
          <p:cNvPr id="34" name="Oval 33"/>
          <p:cNvSpPr/>
          <p:nvPr/>
        </p:nvSpPr>
        <p:spPr>
          <a:xfrm>
            <a:off x="4914900" y="5561380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03520" y="5261457"/>
            <a:ext cx="6510528" cy="75529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59" y="5316321"/>
            <a:ext cx="6327648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E1E1E"/>
                </a:solidFill>
                <a:latin typeface="Arial"/>
              </a:rPr>
              <a:t>–  Not started</a:t>
            </a:r>
          </a:p>
        </p:txBody>
      </p:sp>
      <p:sp>
        <p:nvSpPr>
          <p:cNvPr id="37" name="Oval 36"/>
          <p:cNvSpPr/>
          <p:nvPr/>
        </p:nvSpPr>
        <p:spPr>
          <a:xfrm>
            <a:off x="1773936" y="6172200"/>
            <a:ext cx="109728" cy="109728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60899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Not Started</a:t>
            </a:r>
          </a:p>
        </p:txBody>
      </p:sp>
      <p:sp>
        <p:nvSpPr>
          <p:cNvPr id="39" name="Oval 38"/>
          <p:cNvSpPr/>
          <p:nvPr/>
        </p:nvSpPr>
        <p:spPr>
          <a:xfrm>
            <a:off x="3008376" y="6172200"/>
            <a:ext cx="109728" cy="10972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80" y="60899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On Track</a:t>
            </a:r>
          </a:p>
        </p:txBody>
      </p:sp>
      <p:sp>
        <p:nvSpPr>
          <p:cNvPr id="41" name="Oval 40"/>
          <p:cNvSpPr/>
          <p:nvPr/>
        </p:nvSpPr>
        <p:spPr>
          <a:xfrm>
            <a:off x="4242816" y="6172200"/>
            <a:ext cx="109728" cy="1097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60899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E6E6E"/>
                </a:solidFill>
                <a:latin typeface="Arial"/>
              </a:rPr>
              <a:t>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Top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Mitigations in 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Instructor pipeline shortfall in FY27</a:t>
            </a:r>
          </a:p>
          <a:p>
            <a:r>
              <a:rPr>
                <a:latin typeface="Arial"/>
              </a:rPr>
              <a:t>Legacy contract auto-renews in January</a:t>
            </a:r>
          </a:p>
          <a:p>
            <a:r>
              <a:rPr>
                <a:latin typeface="Arial"/>
              </a:rPr>
              <a:t>Content quality drift across academies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Certification wave 2 doubled in size</a:t>
            </a:r>
          </a:p>
          <a:p>
            <a:r>
              <a:rPr>
                <a:latin typeface="Arial"/>
              </a:rPr>
              <a:t>Termination notice drafted for legal review</a:t>
            </a:r>
          </a:p>
          <a:p>
            <a:r>
              <a:rPr>
                <a:latin typeface="Arial"/>
              </a:rPr>
              <a:t>Shared QA rubric pilots this quarter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Risks are manageable if two decisions land on time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risk register (illustrative)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Ask of the committee: three approvals to keep Phase 2 on schedule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Source: TETP program office (illustrative)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380744"/>
            <a:ext cx="11420856" cy="4983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Approve the centralized operating model effective Q3 FY26</a:t>
            </a:r>
          </a:p>
          <a:p>
            <a:pPr algn="l" lvl="1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– Consolidates five platform teams into one; saves SAR 4.2M over two years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Commit FY27 scope by December to stay inside the funding window</a:t>
            </a:r>
          </a:p>
          <a:p>
            <a:pPr algn="l" lvl="1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– Unfunded scope defaults to FY28 with materially higher unit costs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• Endorse instructor certification wave 2 starting September</a:t>
            </a:r>
          </a:p>
          <a:p>
            <a:pPr algn="l" lvl="1">
              <a:lnSpc>
                <a:spcPct val="112000"/>
              </a:lnSpc>
              <a:spcBef>
                <a:spcPts val="400"/>
              </a:spcBef>
            </a:pPr>
            <a:r>
              <a:rPr sz="1050" b="0">
                <a:solidFill>
                  <a:srgbClr val="1E1E1E"/>
                </a:solidFill>
                <a:latin typeface="Arial"/>
              </a:rPr>
              <a:t>– 120 instructors certified by year-end closes the capacity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1.62900000000000000355E+00&quot;&gt;&lt;m_msothmcolidx val=&quot;0&quot;/&gt;&lt;m_rgb r=&quot;F4&quot; g=&quot;B1&quot; b=&quot;83&quot;/&gt;&lt;/elem&gt;&lt;elem m_fUsage=&quot;1.06878690000000009519E+00&quot;&gt;&lt;m_msothmcolidx val=&quot;0&quot;/&gt;&lt;m_rgb r=&quot;00&quot; g=&quot;B0&quot; b=&quot;50&quot;/&gt;&lt;/elem&gt;&lt;elem m_fUsage=&quot;1.00000000000000000000E+00&quot;&gt;&lt;m_msothmcolidx val=&quot;0&quot;/&gt;&lt;m_rgb r=&quot;DA&quot; g=&quot;E3&quot; b=&quot;F3&quot;/&gt;&lt;/elem&gt;&lt;elem m_fUsage=&quot;9.61908210000000152284E-01&quot;&gt;&lt;m_msothmcolidx val=&quot;0&quot;/&gt;&lt;m_rgb r=&quot;29&quot; g=&quot;36&quot; b=&quot;84&quot;/&gt;&lt;/elem&gt;&lt;elem m_fUsage=&quot;8.10000000000000053291E-01&quot;&gt;&lt;m_msothmcolidx val=&quot;0&quot;/&gt;&lt;m_rgb r=&quot;E2&quot; g=&quot;F0&quot; b=&quot;D9&quot;/&gt;&lt;/elem&gt;&lt;elem m_fUsage=&quot;6.56100000000000127542E-01&quot;&gt;&lt;m_msothmcolidx val=&quot;0&quot;/&gt;&lt;m_rgb r=&quot;90&quot; g=&quot;91&quot; b=&quot;BA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lpDFq58Hw1sX0_9FGT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8iHTo7aPUiiY4A0xxPiI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O0.3sNbUm.w3ASfApHN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Ko0jxhIxpbgJBKTRXeQ"/>
</p:tagLst>
</file>

<file path=ppt/tags/thmx_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hmx_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1KVhTsAF_7bJqASvxnkQ"/>
</p:tagLst>
</file>

<file path=ppt/tags/thmx_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TP English Template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2.xml><?xml version="1.0" encoding="utf-8"?>
<a:theme xmlns:a="http://schemas.openxmlformats.org/drawingml/2006/main" name="AR Takamul Template - Main">
  <a:themeElements>
    <a:clrScheme name="Custom 10">
      <a:dk1>
        <a:srgbClr val="1E1E1E"/>
      </a:dk1>
      <a:lt1>
        <a:srgbClr val="FFFFFF"/>
      </a:lt1>
      <a:dk2>
        <a:srgbClr val="3A3B68"/>
      </a:dk2>
      <a:lt2>
        <a:srgbClr val="C4996C"/>
      </a:lt2>
      <a:accent1>
        <a:srgbClr val="D2D2D2"/>
      </a:accent1>
      <a:accent2>
        <a:srgbClr val="C5A783"/>
      </a:accent2>
      <a:accent3>
        <a:srgbClr val="B6AFB0"/>
      </a:accent3>
      <a:accent4>
        <a:srgbClr val="66689B"/>
      </a:accent4>
      <a:accent5>
        <a:srgbClr val="505282"/>
      </a:accent5>
      <a:accent6>
        <a:srgbClr val="C5A078"/>
      </a:accent6>
      <a:hlink>
        <a:srgbClr val="D2D2D2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Arial"/>
      </a:majorFont>
      <a:minorFont>
        <a:latin typeface="Arial" panose="020B0604020202020204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N_New Kearney format_Takamul Program Template_v6.potx" id="{4487D430-26F2-4E4A-A375-CD21FB350298}" vid="{061A7A4F-F7F5-43D5-AA9B-ABBD2C0DED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6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8EC5A-1E80-4759-8E81-81FBC025DB7D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ff63e7-cacb-4018-a608-78387baa96b5">
      <Terms xmlns="http://schemas.microsoft.com/office/infopath/2007/PartnerControls"/>
    </lcf76f155ced4ddcb4097134ff3c332f>
    <TaxCatchAll xmlns="1514ec48-0aa0-4705-9359-358c4d669e25" xsi:nil="true"/>
    <ArchiverLinkFileType xmlns="4aff63e7-cacb-4018-a608-78387baa96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B4BE4E11C9E54AA44F6A7A992C434D" ma:contentTypeVersion="315" ma:contentTypeDescription="Create a new document." ma:contentTypeScope="" ma:versionID="d3fd93a090af3d8892b8018ef3ca5664">
  <xsd:schema xmlns:xsd="http://www.w3.org/2001/XMLSchema" xmlns:xs="http://www.w3.org/2001/XMLSchema" xmlns:p="http://schemas.microsoft.com/office/2006/metadata/properties" xmlns:ns2="4aff63e7-cacb-4018-a608-78387baa96b5" xmlns:ns3="1514ec48-0aa0-4705-9359-358c4d669e25" targetNamespace="http://schemas.microsoft.com/office/2006/metadata/properties" ma:root="true" ma:fieldsID="fc7738bba710599a2035c6ec1aabcd8f" ns2:_="" ns3:_="">
    <xsd:import namespace="4aff63e7-cacb-4018-a608-78387baa96b5"/>
    <xsd:import namespace="1514ec48-0aa0-4705-9359-358c4d669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rLinkFileTyp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f63e7-cacb-4018-a608-78387baa9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rLinkFileType" ma:index="26" nillable="true" ma:displayName="ArchiverLinkFileType" ma:hidden="true" ma:internalName="ArchiverLinkFileTyp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4ec48-0aa0-4705-9359-358c4d669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b67efb6-c63e-4a78-b500-c623c894679d}" ma:internalName="TaxCatchAll" ma:showField="CatchAllData" ma:web="1514ec48-0aa0-4705-9359-358c4d669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F2E5EA-2A40-4B44-957A-DC71D1B832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3DC16F-0ECA-4357-AF81-A8381DCAFF4F}">
  <ds:schemaRefs>
    <ds:schemaRef ds:uri="1514ec48-0aa0-4705-9359-358c4d669e25"/>
    <ds:schemaRef ds:uri="4aff63e7-cacb-4018-a608-78387baa96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868154-7AE1-4CAF-97E9-39D12BB8CC85}">
  <ds:schemaRefs>
    <ds:schemaRef ds:uri="1514ec48-0aa0-4705-9359-358c4d669e25"/>
    <ds:schemaRef ds:uri="4aff63e7-cacb-4018-a608-78387baa96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System Font Regular</vt:lpstr>
      <vt:lpstr>TETP English Template</vt:lpstr>
      <vt:lpstr>AR Takamul Template - Main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Aad, Natacha</dc:creator>
  <cp:lastModifiedBy>El Kojok, Ammar</cp:lastModifiedBy>
  <cp:revision>1</cp:revision>
  <dcterms:created xsi:type="dcterms:W3CDTF">2026-01-12T11:10:33Z</dcterms:created>
  <dcterms:modified xsi:type="dcterms:W3CDTF">2026-06-10T06:37:18Z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0x010100CCB4BE4E11C9E54AA44F6A7A992C434D</vt:lpwstr>
  </property>
  <property fmtid="{D5CDD505-2E9C-101B-9397-08002B2CF9AE}" pid="3" name="MSIP_Label_0e815a84-bb14-486b-9367-c1af54c95fa4_Enabled">
    <vt:lpwstr>true</vt:lpwstr>
  </property>
  <property fmtid="{D5CDD505-2E9C-101B-9397-08002B2CF9AE}" pid="4" name="MSIP_Label_0e815a84-bb14-486b-9367-c1af54c95fa4_SetDate">
    <vt:lpwstr>2022-11-07T17:18:51Z</vt:lpwstr>
  </property>
  <property fmtid="{D5CDD505-2E9C-101B-9397-08002B2CF9AE}" pid="5" name="MSIP_Label_0e815a84-bb14-486b-9367-c1af54c95fa4_Method">
    <vt:lpwstr>Privileged</vt:lpwstr>
  </property>
  <property fmtid="{D5CDD505-2E9C-101B-9397-08002B2CF9AE}" pid="6" name="MSIP_Label_0e815a84-bb14-486b-9367-c1af54c95fa4_Name">
    <vt:lpwstr>Standard</vt:lpwstr>
  </property>
  <property fmtid="{D5CDD505-2E9C-101B-9397-08002B2CF9AE}" pid="7" name="MSIP_Label_0e815a84-bb14-486b-9367-c1af54c95fa4_SiteId">
    <vt:lpwstr>5dc645ed-297f-4dca-b0af-2339c71c5388</vt:lpwstr>
  </property>
  <property fmtid="{D5CDD505-2E9C-101B-9397-08002B2CF9AE}" pid="8" name="MSIP_Label_0e815a84-bb14-486b-9367-c1af54c95fa4_ActionId">
    <vt:lpwstr>ce246d1c-37b9-4eb5-8a18-2ecb0cf7a017</vt:lpwstr>
  </property>
  <property fmtid="{D5CDD505-2E9C-101B-9397-08002B2CF9AE}" pid="9" name="MSIP_Label_0e815a84-bb14-486b-9367-c1af54c95fa4_ContentBits">
    <vt:lpwstr>0</vt:lpwstr>
  </property>
  <property fmtid="{D5CDD505-2E9C-101B-9397-08002B2CF9AE}" pid="10" name="MediaServiceImageTags">
    <vt:lpwstr/>
  </property>
</Properties>
</file>