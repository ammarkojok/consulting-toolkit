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ags/tag2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  <p:sldMasterId id="2147483831" r:id="rId5"/>
  </p:sldMasterIdLst>
  <p:notesMasterIdLst>
    <p:notesMasterId r:id="rId16"/>
  </p:notesMasterIdLst>
  <p:sldIdLst>
    <p:sldId id="265" r:id="rId6"/>
    <p:sldId id="266" r:id="rId7"/>
    <p:sldId id="267" r:id="rId8"/>
    <p:sldId id="268" r:id="rId9"/>
    <p:sldId id="269" r:id="rId10"/>
    <p:sldId id="260" r:id="rId11"/>
    <p:sldId id="261" r:id="rId12"/>
    <p:sldId id="262" r:id="rId13"/>
    <p:sldId id="263" r:id="rId14"/>
    <p:sldId id="264" r:id="rId15"/>
  </p:sldIdLst>
  <p:sldSz cx="12192000" cy="6858000"/>
  <p:notesSz cx="7010400" cy="92964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B68"/>
    <a:srgbClr val="FFFFFF"/>
    <a:srgbClr val="DAE3F3"/>
    <a:srgbClr val="F4B183"/>
    <a:srgbClr val="FFF2CC"/>
    <a:srgbClr val="E2F0D9"/>
    <a:srgbClr val="00B050"/>
    <a:srgbClr val="7F7F7F"/>
    <a:srgbClr val="002060"/>
    <a:srgbClr val="A3A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40B29-2B18-40EA-AA99-C89825C65A40}" v="19" dt="2026-06-10T06:35:47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 Kojok, Ammar" userId="bdc6100b-43ca-4867-9329-f18eb3c7fcd3" providerId="ADAL" clId="{7F44DFDE-B5A0-447A-9CEC-A148D2571F49}"/>
    <pc:docChg chg="undo custSel addSld delSld modSld delMainMaster modMainMaster">
      <pc:chgData name="El Kojok, Ammar" userId="bdc6100b-43ca-4867-9329-f18eb3c7fcd3" providerId="ADAL" clId="{7F44DFDE-B5A0-447A-9CEC-A148D2571F49}" dt="2026-06-10T06:37:14.317" v="118" actId="680"/>
      <pc:docMkLst>
        <pc:docMk/>
      </pc:docMkLst>
      <pc:sldChg chg="new del">
        <pc:chgData name="El Kojok, Ammar" userId="bdc6100b-43ca-4867-9329-f18eb3c7fcd3" providerId="ADAL" clId="{7F44DFDE-B5A0-447A-9CEC-A148D2571F49}" dt="2026-06-10T06:36:58.471" v="113" actId="47"/>
        <pc:sldMkLst>
          <pc:docMk/>
          <pc:sldMk cId="2161033386" sldId="256"/>
        </pc:sldMkLst>
      </pc:sldChg>
      <pc:sldChg chg="new del">
        <pc:chgData name="El Kojok, Ammar" userId="bdc6100b-43ca-4867-9329-f18eb3c7fcd3" providerId="ADAL" clId="{7F44DFDE-B5A0-447A-9CEC-A148D2571F49}" dt="2026-06-10T06:08:35.495" v="82" actId="47"/>
        <pc:sldMkLst>
          <pc:docMk/>
          <pc:sldMk cId="3113122611" sldId="256"/>
        </pc:sldMkLst>
      </pc:sldChg>
      <pc:sldChg chg="new del">
        <pc:chgData name="El Kojok, Ammar" userId="bdc6100b-43ca-4867-9329-f18eb3c7fcd3" providerId="ADAL" clId="{7F44DFDE-B5A0-447A-9CEC-A148D2571F49}" dt="2026-06-10T06:36:55.751" v="110" actId="47"/>
        <pc:sldMkLst>
          <pc:docMk/>
          <pc:sldMk cId="2004938140" sldId="257"/>
        </pc:sldMkLst>
      </pc:sldChg>
      <pc:sldChg chg="new del">
        <pc:chgData name="El Kojok, Ammar" userId="bdc6100b-43ca-4867-9329-f18eb3c7fcd3" providerId="ADAL" clId="{7F44DFDE-B5A0-447A-9CEC-A148D2571F49}" dt="2026-06-10T06:36:56.148" v="111" actId="47"/>
        <pc:sldMkLst>
          <pc:docMk/>
          <pc:sldMk cId="2037475331" sldId="258"/>
        </pc:sldMkLst>
      </pc:sldChg>
      <pc:sldChg chg="new del">
        <pc:chgData name="El Kojok, Ammar" userId="bdc6100b-43ca-4867-9329-f18eb3c7fcd3" providerId="ADAL" clId="{7F44DFDE-B5A0-447A-9CEC-A148D2571F49}" dt="2026-06-10T06:36:56.698" v="112" actId="47"/>
        <pc:sldMkLst>
          <pc:docMk/>
          <pc:sldMk cId="3723506938" sldId="259"/>
        </pc:sldMkLst>
      </pc:sldChg>
      <pc:sldChg chg="addSp delSp modSp new mod modClrScheme chgLayout">
        <pc:chgData name="El Kojok, Ammar" userId="bdc6100b-43ca-4867-9329-f18eb3c7fcd3" providerId="ADAL" clId="{7F44DFDE-B5A0-447A-9CEC-A148D2571F49}" dt="2026-06-10T06:35:50.231" v="101" actId="700"/>
        <pc:sldMkLst>
          <pc:docMk/>
          <pc:sldMk cId="81926588" sldId="260"/>
        </pc:sldMkLst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2" creationId="{BFF4FE0E-E728-1844-B117-9927E02C2064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3" creationId="{2F44B5EC-FBCB-7697-A2F5-4228C2F8CA0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4" creationId="{0121BA76-9852-2F0D-8560-C4D1A16ADF6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5" creationId="{33972415-8DA9-3B48-87F0-763C3F7E49C6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7" creationId="{84CEDE5D-D57B-3FEC-41CB-DED067E1B1AE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8" creationId="{58F7E047-80E7-7655-1884-A6B82422BF9B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9" creationId="{6A2FCC57-EC55-5E72-22EF-E1AC8FB4E361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10" creationId="{9BC955E7-2A09-2F8C-BC8C-C5047457B7E8}"/>
          </ac:spMkLst>
        </pc:spChg>
        <pc:graphicFrameChg chg="add mod modVis">
          <ac:chgData name="El Kojok, Ammar" userId="bdc6100b-43ca-4867-9329-f18eb3c7fcd3" providerId="ADAL" clId="{7F44DFDE-B5A0-447A-9CEC-A148D2571F49}" dt="2026-06-10T06:35:47.031" v="100"/>
          <ac:graphicFrameMkLst>
            <pc:docMk/>
            <pc:sldMk cId="81926588" sldId="260"/>
            <ac:graphicFrameMk id="6" creationId="{1CF91E7A-32B9-90C6-BFEB-B92760E69B83}"/>
          </ac:graphicFrameMkLst>
        </pc:graphicFrameChg>
      </pc:sldChg>
      <pc:sldChg chg="new">
        <pc:chgData name="El Kojok, Ammar" userId="bdc6100b-43ca-4867-9329-f18eb3c7fcd3" providerId="ADAL" clId="{7F44DFDE-B5A0-447A-9CEC-A148D2571F49}" dt="2026-06-10T06:36:34.350" v="106" actId="680"/>
        <pc:sldMkLst>
          <pc:docMk/>
          <pc:sldMk cId="3526045536" sldId="261"/>
        </pc:sldMkLst>
      </pc:sldChg>
      <pc:sldChg chg="new del">
        <pc:chgData name="El Kojok, Ammar" userId="bdc6100b-43ca-4867-9329-f18eb3c7fcd3" providerId="ADAL" clId="{7F44DFDE-B5A0-447A-9CEC-A148D2571F49}" dt="2026-06-10T06:36:25.238" v="104" actId="47"/>
        <pc:sldMkLst>
          <pc:docMk/>
          <pc:sldMk cId="3540607661" sldId="261"/>
        </pc:sldMkLst>
      </pc:sldChg>
      <pc:sldChg chg="new">
        <pc:chgData name="El Kojok, Ammar" userId="bdc6100b-43ca-4867-9329-f18eb3c7fcd3" providerId="ADAL" clId="{7F44DFDE-B5A0-447A-9CEC-A148D2571F49}" dt="2026-06-10T06:36:37.570" v="107" actId="680"/>
        <pc:sldMkLst>
          <pc:docMk/>
          <pc:sldMk cId="2949736364" sldId="262"/>
        </pc:sldMkLst>
      </pc:sldChg>
      <pc:sldChg chg="new del">
        <pc:chgData name="El Kojok, Ammar" userId="bdc6100b-43ca-4867-9329-f18eb3c7fcd3" providerId="ADAL" clId="{7F44DFDE-B5A0-447A-9CEC-A148D2571F49}" dt="2026-06-10T06:36:25.695" v="105" actId="47"/>
        <pc:sldMkLst>
          <pc:docMk/>
          <pc:sldMk cId="3685255316" sldId="262"/>
        </pc:sldMkLst>
      </pc:sldChg>
      <pc:sldChg chg="new">
        <pc:chgData name="El Kojok, Ammar" userId="bdc6100b-43ca-4867-9329-f18eb3c7fcd3" providerId="ADAL" clId="{7F44DFDE-B5A0-447A-9CEC-A148D2571F49}" dt="2026-06-10T06:36:41.609" v="108" actId="680"/>
        <pc:sldMkLst>
          <pc:docMk/>
          <pc:sldMk cId="3531270942" sldId="263"/>
        </pc:sldMkLst>
      </pc:sldChg>
      <pc:sldChg chg="new">
        <pc:chgData name="El Kojok, Ammar" userId="bdc6100b-43ca-4867-9329-f18eb3c7fcd3" providerId="ADAL" clId="{7F44DFDE-B5A0-447A-9CEC-A148D2571F49}" dt="2026-06-10T06:36:45.292" v="109" actId="680"/>
        <pc:sldMkLst>
          <pc:docMk/>
          <pc:sldMk cId="2805235540" sldId="264"/>
        </pc:sldMkLst>
      </pc:sldChg>
      <pc:sldChg chg="new">
        <pc:chgData name="El Kojok, Ammar" userId="bdc6100b-43ca-4867-9329-f18eb3c7fcd3" providerId="ADAL" clId="{7F44DFDE-B5A0-447A-9CEC-A148D2571F49}" dt="2026-06-10T06:37:03.154" v="114" actId="680"/>
        <pc:sldMkLst>
          <pc:docMk/>
          <pc:sldMk cId="2162464918" sldId="265"/>
        </pc:sldMkLst>
      </pc:sldChg>
      <pc:sldChg chg="new">
        <pc:chgData name="El Kojok, Ammar" userId="bdc6100b-43ca-4867-9329-f18eb3c7fcd3" providerId="ADAL" clId="{7F44DFDE-B5A0-447A-9CEC-A148D2571F49}" dt="2026-06-10T06:37:08.153" v="115" actId="680"/>
        <pc:sldMkLst>
          <pc:docMk/>
          <pc:sldMk cId="3594675239" sldId="266"/>
        </pc:sldMkLst>
      </pc:sldChg>
      <pc:sldChg chg="new">
        <pc:chgData name="El Kojok, Ammar" userId="bdc6100b-43ca-4867-9329-f18eb3c7fcd3" providerId="ADAL" clId="{7F44DFDE-B5A0-447A-9CEC-A148D2571F49}" dt="2026-06-10T06:37:10.930" v="116" actId="680"/>
        <pc:sldMkLst>
          <pc:docMk/>
          <pc:sldMk cId="2055924672" sldId="267"/>
        </pc:sldMkLst>
      </pc:sldChg>
      <pc:sldChg chg="new">
        <pc:chgData name="El Kojok, Ammar" userId="bdc6100b-43ca-4867-9329-f18eb3c7fcd3" providerId="ADAL" clId="{7F44DFDE-B5A0-447A-9CEC-A148D2571F49}" dt="2026-06-10T06:37:12.714" v="117" actId="680"/>
        <pc:sldMkLst>
          <pc:docMk/>
          <pc:sldMk cId="417252271" sldId="268"/>
        </pc:sldMkLst>
      </pc:sldChg>
      <pc:sldChg chg="new">
        <pc:chgData name="El Kojok, Ammar" userId="bdc6100b-43ca-4867-9329-f18eb3c7fcd3" providerId="ADAL" clId="{7F44DFDE-B5A0-447A-9CEC-A148D2571F49}" dt="2026-06-10T06:37:14.317" v="118" actId="680"/>
        <pc:sldMkLst>
          <pc:docMk/>
          <pc:sldMk cId="1522490166" sldId="26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954228744" sldId="275"/>
        </pc:sldMkLst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954228744" sldId="275"/>
            <ac:spMk id="4" creationId="{00B40964-F7A3-18A9-8870-C52B9A6E680D}"/>
          </ac:spMkLst>
        </pc:spChg>
        <pc:spChg chg="mod">
          <ac:chgData name="El Kojok, Ammar" userId="bdc6100b-43ca-4867-9329-f18eb3c7fcd3" providerId="ADAL" clId="{7F44DFDE-B5A0-447A-9CEC-A148D2571F49}" dt="2026-06-10T06:03:00.080" v="59" actId="299"/>
          <ac:spMkLst>
            <pc:docMk/>
            <pc:sldMk cId="954228744" sldId="275"/>
            <ac:spMk id="7" creationId="{84A33C58-F7C4-627C-6E42-9D66DA3F2905}"/>
          </ac:spMkLst>
        </pc:spChg>
        <pc:graphicFrameChg chg="mod">
          <ac:chgData name="El Kojok, Ammar" userId="bdc6100b-43ca-4867-9329-f18eb3c7fcd3" providerId="ADAL" clId="{7F44DFDE-B5A0-447A-9CEC-A148D2571F49}" dt="2026-06-10T06:01:13.534" v="5"/>
          <ac:graphicFrameMkLst>
            <pc:docMk/>
            <pc:sldMk cId="954228744" sldId="275"/>
            <ac:graphicFrameMk id="6" creationId="{FCEE7386-400C-19F3-7F9F-94F42C7B97A3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531896236" sldId="280"/>
        </pc:sldMkLst>
        <pc:graphicFrameChg chg="mod">
          <ac:chgData name="El Kojok, Ammar" userId="bdc6100b-43ca-4867-9329-f18eb3c7fcd3" providerId="ADAL" clId="{7F44DFDE-B5A0-447A-9CEC-A148D2571F49}" dt="2026-06-10T06:01:13.544" v="7"/>
          <ac:graphicFrameMkLst>
            <pc:docMk/>
            <pc:sldMk cId="2531896236" sldId="280"/>
            <ac:graphicFrameMk id="42" creationId="{6BAB4CB1-78A3-A7DE-44F8-E734CF748202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080197559" sldId="28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72576365" sldId="283"/>
        </pc:sldMkLst>
        <pc:spChg chg="mod">
          <ac:chgData name="El Kojok, Ammar" userId="bdc6100b-43ca-4867-9329-f18eb3c7fcd3" providerId="ADAL" clId="{7F44DFDE-B5A0-447A-9CEC-A148D2571F49}" dt="2026-06-10T06:03:00.770" v="70" actId="139"/>
          <ac:spMkLst>
            <pc:docMk/>
            <pc:sldMk cId="2472576365" sldId="283"/>
            <ac:spMk id="2" creationId="{BE47525B-D458-4E23-5107-64235DAA92CB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2472576365" sldId="283"/>
            <ac:spMk id="4" creationId="{53CB7F8C-297A-3605-7DEC-90BCD3AD9571}"/>
          </ac:spMkLst>
        </pc:spChg>
        <pc:graphicFrameChg chg="mod">
          <ac:chgData name="El Kojok, Ammar" userId="bdc6100b-43ca-4867-9329-f18eb3c7fcd3" providerId="ADAL" clId="{7F44DFDE-B5A0-447A-9CEC-A148D2571F49}" dt="2026-06-10T06:01:13.553" v="9"/>
          <ac:graphicFrameMkLst>
            <pc:docMk/>
            <pc:sldMk cId="2472576365" sldId="283"/>
            <ac:graphicFrameMk id="6" creationId="{42A21146-97BA-D43B-9831-5F224AA3D677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3113798" sldId="288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883490678" sldId="28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29257039" sldId="292"/>
        </pc:sldMkLst>
        <pc:spChg chg="mod">
          <ac:chgData name="El Kojok, Ammar" userId="bdc6100b-43ca-4867-9329-f18eb3c7fcd3" providerId="ADAL" clId="{7F44DFDE-B5A0-447A-9CEC-A148D2571F49}" dt="2026-06-10T06:03:00.017" v="51" actId="139"/>
          <ac:spMkLst>
            <pc:docMk/>
            <pc:sldMk cId="429257039" sldId="292"/>
            <ac:spMk id="2" creationId="{2944A8B8-AC03-861B-9FEF-2DCAA90DEC89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429257039" sldId="292"/>
            <ac:spMk id="4" creationId="{AFF92624-2803-C632-1C00-89DCD5E9D3CD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54896191" sldId="294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271496356" sldId="305"/>
        </pc:sldMkLst>
        <pc:spChg chg="mod">
          <ac:chgData name="El Kojok, Ammar" userId="bdc6100b-43ca-4867-9329-f18eb3c7fcd3" providerId="ADAL" clId="{7F44DFDE-B5A0-447A-9CEC-A148D2571F49}" dt="2026-06-10T06:02:59.955" v="41" actId="139"/>
          <ac:spMkLst>
            <pc:docMk/>
            <pc:sldMk cId="1271496356" sldId="305"/>
            <ac:spMk id="2" creationId="{51D0B1AE-615B-4435-2E35-EB7B0A74405F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1271496356" sldId="305"/>
            <ac:spMk id="4" creationId="{A9BB5347-0452-CBD0-2875-F6C565B45520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380818587" sldId="313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26314622" sldId="316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267143498" sldId="399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267143498" sldId="399"/>
            <ac:spMk id="2" creationId="{59A843D4-F982-AD0F-619A-ABC83A7DACAF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102614510" sldId="2147483337"/>
        </pc:sldMkLst>
        <pc:graphicFrameChg chg="mod">
          <ac:chgData name="El Kojok, Ammar" userId="bdc6100b-43ca-4867-9329-f18eb3c7fcd3" providerId="ADAL" clId="{7F44DFDE-B5A0-447A-9CEC-A148D2571F49}" dt="2026-06-10T06:01:13.582" v="15"/>
          <ac:graphicFrameMkLst>
            <pc:docMk/>
            <pc:sldMk cId="2102614510" sldId="2147483337"/>
            <ac:graphicFrameMk id="4" creationId="{CE752B2D-FDA9-0D08-9EC2-0009BF49BC66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99820443" sldId="214748333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895321227" sldId="2147483340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123104688" sldId="2147483341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022204294" sldId="214748334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967722868" sldId="2147483343"/>
        </pc:sldMkLst>
        <pc:spChg chg="mod">
          <ac:chgData name="El Kojok, Ammar" userId="bdc6100b-43ca-4867-9329-f18eb3c7fcd3" providerId="ADAL" clId="{7F44DFDE-B5A0-447A-9CEC-A148D2571F49}" dt="2026-06-10T06:02:59.986" v="46" actId="139"/>
          <ac:spMkLst>
            <pc:docMk/>
            <pc:sldMk cId="2967722868" sldId="2147483343"/>
            <ac:spMk id="4" creationId="{4CE87D87-0570-EBA8-156B-00165759059C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967722868" sldId="2147483343"/>
            <ac:spMk id="21" creationId="{EDDA2501-531A-D78C-10CD-BC7388BFC7DA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131121619" sldId="2147483344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5700959" sldId="214748334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07655226" sldId="2147483350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83006808" sldId="2147483352"/>
        </pc:sldMkLst>
        <pc:spChg chg="mod">
          <ac:chgData name="El Kojok, Ammar" userId="bdc6100b-43ca-4867-9329-f18eb3c7fcd3" providerId="ADAL" clId="{7F44DFDE-B5A0-447A-9CEC-A148D2571F49}" dt="2026-06-10T06:03:00.749" v="65" actId="139"/>
          <ac:spMkLst>
            <pc:docMk/>
            <pc:sldMk cId="483006808" sldId="2147483352"/>
            <ac:spMk id="2" creationId="{3FA99B24-0E5B-610F-7CF9-82B3B1889EF9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483006808" sldId="2147483352"/>
            <ac:spMk id="4" creationId="{00C8995D-BDD7-DCE0-DECB-B8F9D4BF13D3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0387859" sldId="2147483353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51591581" sldId="2147483354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51591581" sldId="2147483354"/>
            <ac:spMk id="2" creationId="{A74EC4D0-EC56-A6F4-312E-CA589CB785F5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527284081" sldId="2147483355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83482875" sldId="2147483357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21194509" sldId="2147483358"/>
        </pc:sldMkLst>
        <pc:graphicFrameChg chg="mod">
          <ac:chgData name="El Kojok, Ammar" userId="bdc6100b-43ca-4867-9329-f18eb3c7fcd3" providerId="ADAL" clId="{7F44DFDE-B5A0-447A-9CEC-A148D2571F49}" dt="2026-06-10T06:01:13.572" v="13"/>
          <ac:graphicFrameMkLst>
            <pc:docMk/>
            <pc:sldMk cId="2421194509" sldId="2147483358"/>
            <ac:graphicFrameMk id="35" creationId="{3C4D6538-0F05-8D5B-D26C-7017875E1DA7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663270412" sldId="2147483359"/>
        </pc:sldMkLst>
        <pc:graphicFrameChg chg="mod">
          <ac:chgData name="El Kojok, Ammar" userId="bdc6100b-43ca-4867-9329-f18eb3c7fcd3" providerId="ADAL" clId="{7F44DFDE-B5A0-447A-9CEC-A148D2571F49}" dt="2026-06-10T06:01:13.516" v="3"/>
          <ac:graphicFrameMkLst>
            <pc:docMk/>
            <pc:sldMk cId="3663270412" sldId="2147483359"/>
            <ac:graphicFrameMk id="8" creationId="{A36701E6-C905-2BCE-706C-3FA6A226E300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532838676" sldId="2147483360"/>
        </pc:sldMkLst>
        <pc:graphicFrameChg chg="mod">
          <ac:chgData name="El Kojok, Ammar" userId="bdc6100b-43ca-4867-9329-f18eb3c7fcd3" providerId="ADAL" clId="{7F44DFDE-B5A0-447A-9CEC-A148D2571F49}" dt="2026-06-10T06:01:13.563" v="11"/>
          <ac:graphicFrameMkLst>
            <pc:docMk/>
            <pc:sldMk cId="3532838676" sldId="2147483360"/>
            <ac:graphicFrameMk id="13" creationId="{138896CD-244B-9E7D-FAFA-01A89B15D71F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07889938" sldId="2147483361"/>
        </pc:sldMkLst>
        <pc:spChg chg="mod">
          <ac:chgData name="El Kojok, Ammar" userId="bdc6100b-43ca-4867-9329-f18eb3c7fcd3" providerId="ADAL" clId="{7F44DFDE-B5A0-447A-9CEC-A148D2571F49}" dt="2026-06-10T06:03:00.058" v="56" actId="139"/>
          <ac:spMkLst>
            <pc:docMk/>
            <pc:sldMk cId="207889938" sldId="2147483361"/>
            <ac:spMk id="2" creationId="{064DC5CC-3128-DE00-4A34-0EB3166ECFE3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07889938" sldId="2147483361"/>
            <ac:spMk id="4" creationId="{739D62B6-D0CE-661E-9467-29B5FE2AB6FC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683761162" sldId="2147483362"/>
        </pc:sldMkLst>
        <pc:graphicFrameChg chg="mod">
          <ac:chgData name="El Kojok, Ammar" userId="bdc6100b-43ca-4867-9329-f18eb3c7fcd3" providerId="ADAL" clId="{7F44DFDE-B5A0-447A-9CEC-A148D2571F49}" dt="2026-06-10T06:01:13.591" v="17"/>
          <ac:graphicFrameMkLst>
            <pc:docMk/>
            <pc:sldMk cId="1683761162" sldId="2147483362"/>
            <ac:graphicFrameMk id="35" creationId="{B2D5C0E8-929A-771B-4B4D-755F98956EEC}"/>
          </ac:graphicFrameMkLst>
        </pc:graphicFrameChg>
      </pc:sldChg>
      <pc:sldMasterChg chg="del">
        <pc:chgData name="El Kojok, Ammar" userId="bdc6100b-43ca-4867-9329-f18eb3c7fcd3" providerId="ADAL" clId="{7F44DFDE-B5A0-447A-9CEC-A148D2571F49}" dt="2026-06-10T06:01:20.680" v="18" actId="2696"/>
        <pc:sldMasterMkLst>
          <pc:docMk/>
          <pc:sldMasterMk cId="2221857856" sldId="2147483684"/>
        </pc:sldMasterMkLst>
      </pc:sldMasterChg>
      <pc:sldMasterChg chg="mod delSldLayout">
        <pc:chgData name="El Kojok, Ammar" userId="bdc6100b-43ca-4867-9329-f18eb3c7fcd3" providerId="ADAL" clId="{7F44DFDE-B5A0-447A-9CEC-A148D2571F49}" dt="2026-06-10T06:04:57.250" v="72" actId="47"/>
        <pc:sldMasterMkLst>
          <pc:docMk/>
          <pc:sldMasterMk cId="759055094" sldId="2147483703"/>
        </pc:sldMasterMkLst>
        <pc:sldLayoutChg chg="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59055094" sldId="2147483703"/>
            <pc:sldLayoutMk cId="3616574627" sldId="2147484164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2:06.350" v="19" actId="2696"/>
        <pc:sldMasterMkLst>
          <pc:docMk/>
          <pc:sldMasterMk cId="1412959832" sldId="2147483729"/>
        </pc:sldMasterMkLst>
      </pc:sldMasterChg>
      <pc:sldMasterChg chg="del">
        <pc:chgData name="El Kojok, Ammar" userId="bdc6100b-43ca-4867-9329-f18eb3c7fcd3" providerId="ADAL" clId="{7F44DFDE-B5A0-447A-9CEC-A148D2571F49}" dt="2026-06-10T06:02:07.819" v="20" actId="2696"/>
        <pc:sldMasterMkLst>
          <pc:docMk/>
          <pc:sldMasterMk cId="3530324482" sldId="2147483741"/>
        </pc:sldMasterMkLst>
      </pc:sldMasterChg>
      <pc:sldMasterChg chg="del">
        <pc:chgData name="El Kojok, Ammar" userId="bdc6100b-43ca-4867-9329-f18eb3c7fcd3" providerId="ADAL" clId="{7F44DFDE-B5A0-447A-9CEC-A148D2571F49}" dt="2026-06-10T06:02:09.245" v="21" actId="2696"/>
        <pc:sldMasterMkLst>
          <pc:docMk/>
          <pc:sldMasterMk cId="1066504263" sldId="2147483763"/>
        </pc:sldMasterMkLst>
      </pc:sldMasterChg>
      <pc:sldMasterChg chg="del">
        <pc:chgData name="El Kojok, Ammar" userId="bdc6100b-43ca-4867-9329-f18eb3c7fcd3" providerId="ADAL" clId="{7F44DFDE-B5A0-447A-9CEC-A148D2571F49}" dt="2026-06-10T06:02:10.863" v="22" actId="2696"/>
        <pc:sldMasterMkLst>
          <pc:docMk/>
          <pc:sldMasterMk cId="619486877" sldId="2147483792"/>
        </pc:sldMasterMkLst>
      </pc:sldMasterChg>
      <pc:sldMasterChg chg="modSldLayout">
        <pc:chgData name="El Kojok, Ammar" userId="bdc6100b-43ca-4867-9329-f18eb3c7fcd3" providerId="ADAL" clId="{7F44DFDE-B5A0-447A-9CEC-A148D2571F49}" dt="2026-06-10T06:02:36.044" v="23" actId="782"/>
        <pc:sldMasterMkLst>
          <pc:docMk/>
          <pc:sldMasterMk cId="4265750563" sldId="2147483831"/>
        </pc:sldMasterMkLst>
        <pc:sldLayoutChg chg="modSp">
          <pc:chgData name="El Kojok, Ammar" userId="bdc6100b-43ca-4867-9329-f18eb3c7fcd3" providerId="ADAL" clId="{7F44DFDE-B5A0-447A-9CEC-A148D2571F49}" dt="2026-06-10T06:02:36.044" v="23" actId="782"/>
          <pc:sldLayoutMkLst>
            <pc:docMk/>
            <pc:sldMasterMk cId="4265750563" sldId="2147483831"/>
            <pc:sldLayoutMk cId="18685952" sldId="2147483833"/>
          </pc:sldLayoutMkLst>
          <pc:spChg chg="mod">
            <ac:chgData name="El Kojok, Ammar" userId="bdc6100b-43ca-4867-9329-f18eb3c7fcd3" providerId="ADAL" clId="{7F44DFDE-B5A0-447A-9CEC-A148D2571F49}" dt="2026-06-10T06:02:36.044" v="23" actId="782"/>
            <ac:spMkLst>
              <pc:docMk/>
              <pc:sldMasterMk cId="4265750563" sldId="2147483831"/>
              <pc:sldLayoutMk cId="18685952" sldId="2147483833"/>
              <ac:spMk id="6" creationId="{7A8CAA18-4FEF-7F99-37BD-70857FFF2F6A}"/>
            </ac:spMkLst>
          </pc:spChg>
        </pc:sldLayoutChg>
      </pc:sldMasterChg>
      <pc:sldMasterChg chg="del">
        <pc:chgData name="El Kojok, Ammar" userId="bdc6100b-43ca-4867-9329-f18eb3c7fcd3" providerId="ADAL" clId="{7F44DFDE-B5A0-447A-9CEC-A148D2571F49}" dt="2026-06-10T06:02:49.851" v="25" actId="2696"/>
        <pc:sldMasterMkLst>
          <pc:docMk/>
          <pc:sldMasterMk cId="3138918842" sldId="2147483858"/>
        </pc:sldMasterMkLst>
      </pc:sldMasterChg>
      <pc:sldMasterChg chg="del">
        <pc:chgData name="El Kojok, Ammar" userId="bdc6100b-43ca-4867-9329-f18eb3c7fcd3" providerId="ADAL" clId="{7F44DFDE-B5A0-447A-9CEC-A148D2571F49}" dt="2026-06-10T06:02:51.201" v="26" actId="2696"/>
        <pc:sldMasterMkLst>
          <pc:docMk/>
          <pc:sldMasterMk cId="2823020431" sldId="2147483866"/>
        </pc:sldMasterMkLst>
      </pc:sldMasterChg>
      <pc:sldMasterChg chg="del">
        <pc:chgData name="El Kojok, Ammar" userId="bdc6100b-43ca-4867-9329-f18eb3c7fcd3" providerId="ADAL" clId="{7F44DFDE-B5A0-447A-9CEC-A148D2571F49}" dt="2026-06-10T06:02:52.231" v="27" actId="2696"/>
        <pc:sldMasterMkLst>
          <pc:docMk/>
          <pc:sldMasterMk cId="949832911" sldId="2147483905"/>
        </pc:sldMasterMkLst>
      </pc:sldMasterChg>
      <pc:sldMasterChg chg="del">
        <pc:chgData name="El Kojok, Ammar" userId="bdc6100b-43ca-4867-9329-f18eb3c7fcd3" providerId="ADAL" clId="{7F44DFDE-B5A0-447A-9CEC-A148D2571F49}" dt="2026-06-10T06:02:53.201" v="28" actId="2696"/>
        <pc:sldMasterMkLst>
          <pc:docMk/>
          <pc:sldMasterMk cId="1101644284" sldId="2147483922"/>
        </pc:sldMasterMkLst>
      </pc:sldMasterChg>
      <pc:sldMasterChg chg="del">
        <pc:chgData name="El Kojok, Ammar" userId="bdc6100b-43ca-4867-9329-f18eb3c7fcd3" providerId="ADAL" clId="{7F44DFDE-B5A0-447A-9CEC-A148D2571F49}" dt="2026-06-10T06:02:54.033" v="29" actId="2696"/>
        <pc:sldMasterMkLst>
          <pc:docMk/>
          <pc:sldMasterMk cId="3370676761" sldId="2147483935"/>
        </pc:sldMasterMkLst>
      </pc:sldMasterChg>
      <pc:sldMasterChg chg="del">
        <pc:chgData name="El Kojok, Ammar" userId="bdc6100b-43ca-4867-9329-f18eb3c7fcd3" providerId="ADAL" clId="{7F44DFDE-B5A0-447A-9CEC-A148D2571F49}" dt="2026-06-10T06:02:54.884" v="30" actId="2696"/>
        <pc:sldMasterMkLst>
          <pc:docMk/>
          <pc:sldMasterMk cId="152892856" sldId="2147483949"/>
        </pc:sldMasterMkLst>
      </pc:sldMasterChg>
      <pc:sldMasterChg chg="del">
        <pc:chgData name="El Kojok, Ammar" userId="bdc6100b-43ca-4867-9329-f18eb3c7fcd3" providerId="ADAL" clId="{7F44DFDE-B5A0-447A-9CEC-A148D2571F49}" dt="2026-06-10T06:02:55.629" v="31" actId="2696"/>
        <pc:sldMasterMkLst>
          <pc:docMk/>
          <pc:sldMasterMk cId="1264105168" sldId="2147483958"/>
        </pc:sldMasterMkLst>
      </pc:sldMasterChg>
      <pc:sldMasterChg chg="del">
        <pc:chgData name="El Kojok, Ammar" userId="bdc6100b-43ca-4867-9329-f18eb3c7fcd3" providerId="ADAL" clId="{7F44DFDE-B5A0-447A-9CEC-A148D2571F49}" dt="2026-06-10T06:02:56.214" v="32" actId="2696"/>
        <pc:sldMasterMkLst>
          <pc:docMk/>
          <pc:sldMasterMk cId="937588765" sldId="2147483983"/>
        </pc:sldMasterMkLst>
      </pc:sldMasterChg>
      <pc:sldMasterChg chg="del">
        <pc:chgData name="El Kojok, Ammar" userId="bdc6100b-43ca-4867-9329-f18eb3c7fcd3" providerId="ADAL" clId="{7F44DFDE-B5A0-447A-9CEC-A148D2571F49}" dt="2026-06-10T06:02:56.957" v="33" actId="2696"/>
        <pc:sldMasterMkLst>
          <pc:docMk/>
          <pc:sldMasterMk cId="2823385711" sldId="2147483995"/>
        </pc:sldMasterMkLst>
      </pc:sldMasterChg>
      <pc:sldMasterChg chg="del">
        <pc:chgData name="El Kojok, Ammar" userId="bdc6100b-43ca-4867-9329-f18eb3c7fcd3" providerId="ADAL" clId="{7F44DFDE-B5A0-447A-9CEC-A148D2571F49}" dt="2026-06-10T06:02:57.622" v="34" actId="2696"/>
        <pc:sldMasterMkLst>
          <pc:docMk/>
          <pc:sldMasterMk cId="3612458417" sldId="2147484009"/>
        </pc:sldMasterMkLst>
      </pc:sldMasterChg>
      <pc:sldMasterChg chg="del">
        <pc:chgData name="El Kojok, Ammar" userId="bdc6100b-43ca-4867-9329-f18eb3c7fcd3" providerId="ADAL" clId="{7F44DFDE-B5A0-447A-9CEC-A148D2571F49}" dt="2026-06-10T06:02:58.594" v="35" actId="2696"/>
        <pc:sldMasterMkLst>
          <pc:docMk/>
          <pc:sldMasterMk cId="1487351708" sldId="2147484035"/>
        </pc:sldMasterMkLst>
      </pc:sldMasterChg>
      <pc:sldMasterChg chg="del">
        <pc:chgData name="El Kojok, Ammar" userId="bdc6100b-43ca-4867-9329-f18eb3c7fcd3" providerId="ADAL" clId="{7F44DFDE-B5A0-447A-9CEC-A148D2571F49}" dt="2026-06-10T06:06:24.946" v="73" actId="2696"/>
        <pc:sldMasterMkLst>
          <pc:docMk/>
          <pc:sldMasterMk cId="1812918324" sldId="2147484086"/>
        </pc:sldMasterMkLst>
      </pc:sldMasterChg>
      <pc:sldMasterChg chg="del">
        <pc:chgData name="El Kojok, Ammar" userId="bdc6100b-43ca-4867-9329-f18eb3c7fcd3" providerId="ADAL" clId="{7F44DFDE-B5A0-447A-9CEC-A148D2571F49}" dt="2026-06-10T06:06:26.147" v="74" actId="2696"/>
        <pc:sldMasterMkLst>
          <pc:docMk/>
          <pc:sldMasterMk cId="3008402038" sldId="2147484103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7.866" v="75" actId="2696"/>
        <pc:sldMasterMkLst>
          <pc:docMk/>
          <pc:sldMasterMk cId="784761024" sldId="2147484127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84761024" sldId="2147484127"/>
            <pc:sldLayoutMk cId="3711465927" sldId="214748414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8.468" v="76" actId="2696"/>
        <pc:sldMasterMkLst>
          <pc:docMk/>
          <pc:sldMasterMk cId="1124886875" sldId="2147484148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9.071" v="77" actId="2696"/>
        <pc:sldMasterMkLst>
          <pc:docMk/>
          <pc:sldMasterMk cId="2253718467" sldId="2147484152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2253718467" sldId="2147484152"/>
            <pc:sldLayoutMk cId="4084433417" sldId="214748416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9.665" v="78" actId="2696"/>
        <pc:sldMasterMkLst>
          <pc:docMk/>
          <pc:sldMasterMk cId="1812918324" sldId="2147484154"/>
        </pc:sldMasterMkLst>
      </pc:sldMasterChg>
      <pc:sldMasterChg chg="del">
        <pc:chgData name="El Kojok, Ammar" userId="bdc6100b-43ca-4867-9329-f18eb3c7fcd3" providerId="ADAL" clId="{7F44DFDE-B5A0-447A-9CEC-A148D2571F49}" dt="2026-06-10T06:06:30.222" v="79" actId="2696"/>
        <pc:sldMasterMkLst>
          <pc:docMk/>
          <pc:sldMasterMk cId="1124886875" sldId="2147484156"/>
        </pc:sldMasterMkLst>
      </pc:sldMasterChg>
      <pc:sldMasterChg chg="del">
        <pc:chgData name="El Kojok, Ammar" userId="bdc6100b-43ca-4867-9329-f18eb3c7fcd3" providerId="ADAL" clId="{7F44DFDE-B5A0-447A-9CEC-A148D2571F49}" dt="2026-06-10T06:06:30.789" v="80" actId="2696"/>
        <pc:sldMasterMkLst>
          <pc:docMk/>
          <pc:sldMasterMk cId="2674789803" sldId="21474841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rtl="0">
              <a:defRPr sz="1200"/>
            </a:lvl1pPr>
          </a:lstStyle>
          <a:p>
            <a:fld id="{674391B4-A7B8-4DA7-BE79-A26093C71E92}" type="datetimeFigureOut">
              <a:rPr lang="en-US" smtClean="0"/>
              <a:pPr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rtl="0">
              <a:defRPr sz="1200"/>
            </a:lvl1pPr>
          </a:lstStyle>
          <a:p>
            <a:fld id="{6B6B2782-2960-41E3-A120-70E9B22BE6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9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3.em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image" Target="../media/image3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3300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2"/>
            <a:ext cx="5334000" cy="1140617"/>
          </a:xfrm>
        </p:spPr>
        <p:txBody>
          <a:bodyPr vert="horz" lIns="0" rIns="0" anchor="t"/>
          <a:lstStyle>
            <a:lvl1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2665414"/>
            <a:ext cx="5334000" cy="1527175"/>
          </a:xfrm>
        </p:spPr>
        <p:txBody>
          <a:bodyPr lIns="0" rIns="0"/>
          <a:lstStyle>
            <a:lvl1pPr marL="0" indent="95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l" defTabSz="91442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l">
              <a:spcAft>
                <a:spcPts val="0"/>
              </a:spcAft>
              <a:buNone/>
              <a:tabLst/>
              <a:defRPr sz="16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1363700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381001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381001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0056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6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67357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67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643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 rtl="0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 rtl="0">
              <a:defRPr sz="8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460786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7202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09" y="389713"/>
            <a:ext cx="9666731" cy="553998"/>
          </a:xfrm>
        </p:spPr>
        <p:txBody>
          <a:bodyPr vert="horz" wrap="square" lIns="0" tIns="0" rIns="0" bIns="0" anchorCtr="0">
            <a:sp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CA868-15DC-BDC1-C4AF-76252A701A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</p:spTree>
    <p:extLst>
      <p:ext uri="{BB962C8B-B14F-4D97-AF65-F5344CB8AC3E}">
        <p14:creationId xmlns:p14="http://schemas.microsoft.com/office/powerpoint/2010/main" val="2785525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177A8C-B67C-4D2A-A26D-8697D705277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33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177A8C-B67C-4D2A-A26D-8697D7052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09CDDE7-030D-4A48-89AA-8A4AC417069A}"/>
              </a:ext>
            </a:extLst>
          </p:cNvPr>
          <p:cNvSpPr/>
          <p:nvPr userDrawn="1"/>
        </p:nvSpPr>
        <p:spPr>
          <a:xfrm>
            <a:off x="3176" y="3176"/>
            <a:ext cx="12188824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757709"/>
            <a:ext cx="11434763" cy="5335587"/>
          </a:xfrm>
        </p:spPr>
        <p:txBody>
          <a:bodyPr/>
          <a:lstStyle>
            <a:lvl1pPr marL="857272" marR="0" indent="-857272" algn="l" defTabSz="685818" rtl="0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6672E-B846-4B83-92D7-240878B7638E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/>
                </a:solidFill>
              </a:rPr>
              <a:pPr algn="r" rtl="0"/>
              <a:t>‹#›</a:t>
            </a:fld>
            <a:endParaRPr lang="en-US" sz="1200" b="1">
              <a:solidFill>
                <a:schemeClr val="tx2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523B0B78-0BFE-97C6-A672-53911AE99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D2B9F-4885-599C-BBC9-2C320F8D6A8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4B9F11-D8B6-BE3A-442D-9E668FBB0859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</p:spTree>
    <p:extLst>
      <p:ext uri="{BB962C8B-B14F-4D97-AF65-F5344CB8AC3E}">
        <p14:creationId xmlns:p14="http://schemas.microsoft.com/office/powerpoint/2010/main" val="3636269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871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7001" y="381002"/>
            <a:ext cx="5334000" cy="1140617"/>
          </a:xfrm>
        </p:spPr>
        <p:txBody>
          <a:bodyPr vert="horz" lIns="0" rIns="0" anchor="t"/>
          <a:lstStyle>
            <a:lvl1pPr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1" y="2665414"/>
            <a:ext cx="5334000" cy="1527175"/>
          </a:xfrm>
        </p:spPr>
        <p:txBody>
          <a:bodyPr lIns="0" rIns="0"/>
          <a:lstStyle>
            <a:lvl1pPr marL="0" indent="9525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r" defTabSz="914423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r">
              <a:spcAft>
                <a:spcPts val="0"/>
              </a:spcAft>
              <a:buNone/>
              <a:tabLst/>
              <a:defRPr sz="1600"/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8339571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7843084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7843084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609600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884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28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402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A8CAA18-4FEF-7F99-37BD-70857FFF2F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910114"/>
            <a:ext cx="11434763" cy="5335587"/>
          </a:xfrm>
        </p:spPr>
        <p:txBody>
          <a:bodyPr/>
          <a:lstStyle>
            <a:lvl1pPr marL="857272" marR="0" indent="-857272" algn="r" defTabSz="685818" rtl="1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685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607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25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00" y="4550664"/>
            <a:ext cx="2285999" cy="912345"/>
          </a:xfrm>
        </p:spPr>
        <p:txBody>
          <a:bodyPr vert="horz" lIns="0" tIns="0" rIns="0" bIns="0" rtlCol="0" anchor="b">
            <a:noAutofit/>
          </a:bodyPr>
          <a:lstStyle>
            <a:lvl1pPr rtl="0">
              <a:defRPr lang="en-US" sz="800" noProof="0" dirty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19406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864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0" y="389713"/>
            <a:ext cx="8762759" cy="553998"/>
          </a:xfrm>
        </p:spPr>
        <p:txBody>
          <a:bodyPr vert="horz" wrap="square" lIns="0" tIns="0" rIns="0" bIns="0" anchorCtr="0">
            <a:sp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رسالة اساسية. إذا قرأ الجمهور هذا فقط ، فسيكون ذلك كافياً. اجعل لكل كلمة قيمة.</a:t>
            </a:r>
            <a:br>
              <a:rPr lang="en-US"/>
            </a:br>
            <a:r>
              <a:rPr lang="en-US"/>
              <a:t>قلها كما لو كنت في الغرفة.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algn="r" rtl="0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هذا هو المكان الذي تقدم فيه قضيتك بالأدلة والمعلومات ذات الصلة. اجعل الجمل موجزة. تجنب المصطلحات والتكرار.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9414" y="6496471"/>
            <a:ext cx="5321345" cy="237284"/>
          </a:xfrm>
        </p:spPr>
        <p:txBody>
          <a:bodyPr anchor="b"/>
          <a:lstStyle>
            <a:lvl1pPr algn="r" rtl="0">
              <a:defRPr sz="800"/>
            </a:lvl1pPr>
          </a:lstStyle>
          <a:p>
            <a:pPr lvl="0"/>
            <a:r>
              <a:rPr lang="en-US"/>
              <a:t>المصدر: برنامج تكامل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algn="r"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72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552801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12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slideLayout" Target="../slideLayouts/slideLayout8.xml"/><Relationship Id="rId7" Type="http://schemas.openxmlformats.org/officeDocument/2006/relationships/tags" Target="../tags/tag1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9.xml"/><Relationship Id="rId9" Type="http://schemas.openxmlformats.org/officeDocument/2006/relationships/oleObject" Target="../embeddings/oleObject7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820715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2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173851" y="5738611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1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5182414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914400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3738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9377363" y="5738611"/>
            <a:ext cx="269875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874501" y="6595256"/>
            <a:ext cx="265113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5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6" r:id="rId4"/>
    <p:sldLayoutId id="2147483838" r:id="rId5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949F-ABAD-8C65-07C9-A8C066E6A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00D08-52B9-00F6-FBCE-77702D96A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261FE-A378-9DDA-B82D-BDACE4754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D498D-CC67-F452-93B6-62A58DD7A1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6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077D-9B5C-F93C-0F76-0A0ABD83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0DC0-506B-8621-380C-19501118945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96ADC-6388-FC14-1296-8F5297880C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7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624E-EB1A-D357-A5DF-1193A31C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710E2-BD4F-6388-200F-5CA807C4F8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37AD-010A-C252-CC7B-87293938731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186BE-0355-DC13-165B-53A7955E5F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2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1AC80-E4B4-4FFB-13D7-5C15FFF1DA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37ED-6870-3831-8512-98D363E634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49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CF91E7A-32B9-90C6-BFEB-B92760E69B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9219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F91E7A-32B9-90C6-BFEB-B92760E69B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4CEDE5D-D57B-3FEC-41CB-DED067E1B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8F7E047-80E7-7655-1884-A6B82422B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C955E7-2A09-2F8C-BC8C-C5047457B7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2FCC57-EC55-5E72-22EF-E1AC8FB4E3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D4C36E-36F7-FB4E-0A71-C0887AC5C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4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F410-14C4-6490-01C2-E475703E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AFF1E-B7A7-16E0-0E74-42F043D555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F316A-2D6F-AECD-6D34-727E242C29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3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0A0E-E1C5-FD4B-60F6-41EF0DC0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25BA1-CDFC-32D0-75A3-64CB29A98C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63CB6-CB41-4DCD-0A65-FB0D429E4B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DD381-F04F-E85F-1AA0-02F712F6AE3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7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235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1.62900000000000000355E+00&quot;&gt;&lt;m_msothmcolidx val=&quot;0&quot;/&gt;&lt;m_rgb r=&quot;F4&quot; g=&quot;B1&quot; b=&quot;83&quot;/&gt;&lt;/elem&gt;&lt;elem m_fUsage=&quot;1.06878690000000009519E+00&quot;&gt;&lt;m_msothmcolidx val=&quot;0&quot;/&gt;&lt;m_rgb r=&quot;00&quot; g=&quot;B0&quot; b=&quot;50&quot;/&gt;&lt;/elem&gt;&lt;elem m_fUsage=&quot;1.00000000000000000000E+00&quot;&gt;&lt;m_msothmcolidx val=&quot;0&quot;/&gt;&lt;m_rgb r=&quot;DA&quot; g=&quot;E3&quot; b=&quot;F3&quot;/&gt;&lt;/elem&gt;&lt;elem m_fUsage=&quot;9.61908210000000152284E-01&quot;&gt;&lt;m_msothmcolidx val=&quot;0&quot;/&gt;&lt;m_rgb r=&quot;29&quot; g=&quot;36&quot; b=&quot;84&quot;/&gt;&lt;/elem&gt;&lt;elem m_fUsage=&quot;8.10000000000000053291E-01&quot;&gt;&lt;m_msothmcolidx val=&quot;0&quot;/&gt;&lt;m_rgb r=&quot;E2&quot; g=&quot;F0&quot; b=&quot;D9&quot;/&gt;&lt;/elem&gt;&lt;elem m_fUsage=&quot;6.56100000000000127542E-01&quot;&gt;&lt;m_msothmcolidx val=&quot;0&quot;/&gt;&lt;m_rgb r=&quot;90&quot; g=&quot;91&quot; b=&quot;BA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TP English Template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2.xml><?xml version="1.0" encoding="utf-8"?>
<a:theme xmlns:a="http://schemas.openxmlformats.org/drawingml/2006/main" name="AR Takamul Template - Main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Arial"/>
      </a:majorFont>
      <a:minorFont>
        <a:latin typeface="Arial" panose="020B0604020202020204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66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8EC5A-1E80-4759-8E81-81FBC025DB7D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ff63e7-cacb-4018-a608-78387baa96b5">
      <Terms xmlns="http://schemas.microsoft.com/office/infopath/2007/PartnerControls"/>
    </lcf76f155ced4ddcb4097134ff3c332f>
    <TaxCatchAll xmlns="1514ec48-0aa0-4705-9359-358c4d669e25" xsi:nil="true"/>
    <ArchiverLinkFileType xmlns="4aff63e7-cacb-4018-a608-78387baa96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B4BE4E11C9E54AA44F6A7A992C434D" ma:contentTypeVersion="315" ma:contentTypeDescription="Create a new document." ma:contentTypeScope="" ma:versionID="d3fd93a090af3d8892b8018ef3ca5664">
  <xsd:schema xmlns:xsd="http://www.w3.org/2001/XMLSchema" xmlns:xs="http://www.w3.org/2001/XMLSchema" xmlns:p="http://schemas.microsoft.com/office/2006/metadata/properties" xmlns:ns2="4aff63e7-cacb-4018-a608-78387baa96b5" xmlns:ns3="1514ec48-0aa0-4705-9359-358c4d669e25" targetNamespace="http://schemas.microsoft.com/office/2006/metadata/properties" ma:root="true" ma:fieldsID="fc7738bba710599a2035c6ec1aabcd8f" ns2:_="" ns3:_="">
    <xsd:import namespace="4aff63e7-cacb-4018-a608-78387baa96b5"/>
    <xsd:import namespace="1514ec48-0aa0-4705-9359-358c4d669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rLinkFileTyp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f63e7-cacb-4018-a608-78387baa9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rLinkFileType" ma:index="26" nillable="true" ma:displayName="ArchiverLinkFileType" ma:hidden="true" ma:internalName="ArchiverLinkFileTyp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4ec48-0aa0-4705-9359-358c4d669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b67efb6-c63e-4a78-b500-c623c894679d}" ma:internalName="TaxCatchAll" ma:showField="CatchAllData" ma:web="1514ec48-0aa0-4705-9359-358c4d669e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F2E5EA-2A40-4B44-957A-DC71D1B832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DC16F-0ECA-4357-AF81-A8381DCAFF4F}">
  <ds:schemaRefs>
    <ds:schemaRef ds:uri="1514ec48-0aa0-4705-9359-358c4d669e25"/>
    <ds:schemaRef ds:uri="4aff63e7-cacb-4018-a608-78387baa96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868154-7AE1-4CAF-97E9-39D12BB8CC85}">
  <ds:schemaRefs>
    <ds:schemaRef ds:uri="1514ec48-0aa0-4705-9359-358c4d669e25"/>
    <ds:schemaRef ds:uri="4aff63e7-cacb-4018-a608-78387baa96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System Font Regular</vt:lpstr>
      <vt:lpstr>TETP English Template</vt:lpstr>
      <vt:lpstr>AR Takamul Template - Main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Aad, Natacha</dc:creator>
  <cp:lastModifiedBy>El Kojok, Ammar</cp:lastModifiedBy>
  <cp:revision>1</cp:revision>
  <dcterms:created xsi:type="dcterms:W3CDTF">2026-01-12T11:10:33Z</dcterms:created>
  <dcterms:modified xsi:type="dcterms:W3CDTF">2026-06-10T06:37:18Z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0x010100CCB4BE4E11C9E54AA44F6A7A992C434D</vt:lpwstr>
  </property>
  <property fmtid="{D5CDD505-2E9C-101B-9397-08002B2CF9AE}" pid="3" name="MSIP_Label_0e815a84-bb14-486b-9367-c1af54c95fa4_Enabled">
    <vt:lpwstr>true</vt:lpwstr>
  </property>
  <property fmtid="{D5CDD505-2E9C-101B-9397-08002B2CF9AE}" pid="4" name="MSIP_Label_0e815a84-bb14-486b-9367-c1af54c95fa4_SetDate">
    <vt:lpwstr>2022-11-07T17:18:51Z</vt:lpwstr>
  </property>
  <property fmtid="{D5CDD505-2E9C-101B-9397-08002B2CF9AE}" pid="5" name="MSIP_Label_0e815a84-bb14-486b-9367-c1af54c95fa4_Method">
    <vt:lpwstr>Privileged</vt:lpwstr>
  </property>
  <property fmtid="{D5CDD505-2E9C-101B-9397-08002B2CF9AE}" pid="6" name="MSIP_Label_0e815a84-bb14-486b-9367-c1af54c95fa4_Name">
    <vt:lpwstr>Standard</vt:lpwstr>
  </property>
  <property fmtid="{D5CDD505-2E9C-101B-9397-08002B2CF9AE}" pid="7" name="MSIP_Label_0e815a84-bb14-486b-9367-c1af54c95fa4_SiteId">
    <vt:lpwstr>5dc645ed-297f-4dca-b0af-2339c71c5388</vt:lpwstr>
  </property>
  <property fmtid="{D5CDD505-2E9C-101B-9397-08002B2CF9AE}" pid="8" name="MSIP_Label_0e815a84-bb14-486b-9367-c1af54c95fa4_ActionId">
    <vt:lpwstr>ce246d1c-37b9-4eb5-8a18-2ecb0cf7a017</vt:lpwstr>
  </property>
  <property fmtid="{D5CDD505-2E9C-101B-9397-08002B2CF9AE}" pid="9" name="MSIP_Label_0e815a84-bb14-486b-9367-c1af54c95fa4_ContentBits">
    <vt:lpwstr>0</vt:lpwstr>
  </property>
  <property fmtid="{D5CDD505-2E9C-101B-9397-08002B2CF9AE}" pid="10" name="MediaServiceImageTags">
    <vt:lpwstr/>
  </property>
</Properties>
</file>