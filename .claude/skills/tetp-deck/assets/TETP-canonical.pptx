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heme/theme3.xml" ContentType="application/vnd.openxmlformats-officedocument.theme+xml"/>
  <Override PartName="/ppt/tags/tag24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Layouts/slideLayout11.xml" ContentType="application/vnd.openxmlformats-officedocument.presentationml.slideLayout+xml"/>
  <Override PartName="/ppt/tags/thmx_tag175.xml" ContentType="application/vnd.openxmlformats-officedocument.presentationml.tag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ags/thmx_tag176.xml" ContentType="application/vnd.openxmlformats-officedocument.presentationml.tags+xml"/>
  <Override PartName="/ppt/slideLayouts/slideLayout14.xml" ContentType="application/vnd.openxmlformats-officedocument.presentationml.slideLayout+xml"/>
  <Override PartName="/ppt/tags/thmx_tag179.xml" ContentType="application/vnd.openxmlformats-officedocument.presentationml.tags+xml"/>
  <Override PartName="/ppt/tags/thmx_tag178.xml" ContentType="application/vnd.openxmlformats-officedocument.presentationml.tags+xml"/>
  <Override PartName="/ppt/slideLayouts/slideLayout15.xml" ContentType="application/vnd.openxmlformats-officedocument.presentationml.slideLayout+xml"/>
  <Override PartName="/ppt/tags/thmx_tag180.xml" ContentType="application/vnd.openxmlformats-officedocument.presentationml.tags+xml"/>
  <Override PartName="/ppt/slideLayouts/slideLayout16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3" r:id="rId4"/>
    <p:sldMasterId id="2147483831" r:id="rId5"/>
  </p:sldMasterIdLst>
  <p:notesMasterIdLst>
    <p:notesMasterId r:id="rId16"/>
  </p:notesMasterIdLst>
  <p:sldIdLst>
    <p:sldId id="265" r:id="rId6"/>
    <p:sldId id="266" r:id="rId7"/>
    <p:sldId id="267" r:id="rId8"/>
    <p:sldId id="268" r:id="rId9"/>
    <p:sldId id="269" r:id="rId10"/>
    <p:sldId id="260" r:id="rId11"/>
    <p:sldId id="261" r:id="rId12"/>
    <p:sldId id="262" r:id="rId13"/>
    <p:sldId id="263" r:id="rId14"/>
    <p:sldId id="264" r:id="rId15"/>
  </p:sldIdLst>
  <p:sldSz cx="12192000" cy="6858000"/>
  <p:notesSz cx="7010400" cy="9296400"/>
  <p:custDataLst>
    <p:tags r:id="rId1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A3B68"/>
    <a:srgbClr val="FFFFFF"/>
    <a:srgbClr val="DAE3F3"/>
    <a:srgbClr val="F4B183"/>
    <a:srgbClr val="FFF2CC"/>
    <a:srgbClr val="E2F0D9"/>
    <a:srgbClr val="00B050"/>
    <a:srgbClr val="7F7F7F"/>
    <a:srgbClr val="002060"/>
    <a:srgbClr val="A3A4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940B29-2B18-40EA-AA99-C89825C65A40}" v="19" dt="2026-06-10T06:35:47.03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73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ags" Target="tags/tag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microsoft.com/office/2015/10/relationships/revisionInfo" Target="revisionInfo.xml"/><Relationship Id="rId10" Type="http://schemas.openxmlformats.org/officeDocument/2006/relationships/slide" Target="slides/slide5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l Kojok, Ammar" userId="bdc6100b-43ca-4867-9329-f18eb3c7fcd3" providerId="ADAL" clId="{7F44DFDE-B5A0-447A-9CEC-A148D2571F49}"/>
    <pc:docChg chg="undo custSel addSld delSld modSld delMainMaster modMainMaster">
      <pc:chgData name="El Kojok, Ammar" userId="bdc6100b-43ca-4867-9329-f18eb3c7fcd3" providerId="ADAL" clId="{7F44DFDE-B5A0-447A-9CEC-A148D2571F49}" dt="2026-06-10T06:37:14.317" v="118" actId="680"/>
      <pc:docMkLst>
        <pc:docMk/>
      </pc:docMkLst>
      <pc:sldChg chg="new del">
        <pc:chgData name="El Kojok, Ammar" userId="bdc6100b-43ca-4867-9329-f18eb3c7fcd3" providerId="ADAL" clId="{7F44DFDE-B5A0-447A-9CEC-A148D2571F49}" dt="2026-06-10T06:36:58.471" v="113" actId="47"/>
        <pc:sldMkLst>
          <pc:docMk/>
          <pc:sldMk cId="2161033386" sldId="256"/>
        </pc:sldMkLst>
      </pc:sldChg>
      <pc:sldChg chg="new del">
        <pc:chgData name="El Kojok, Ammar" userId="bdc6100b-43ca-4867-9329-f18eb3c7fcd3" providerId="ADAL" clId="{7F44DFDE-B5A0-447A-9CEC-A148D2571F49}" dt="2026-06-10T06:08:35.495" v="82" actId="47"/>
        <pc:sldMkLst>
          <pc:docMk/>
          <pc:sldMk cId="3113122611" sldId="256"/>
        </pc:sldMkLst>
      </pc:sldChg>
      <pc:sldChg chg="new del">
        <pc:chgData name="El Kojok, Ammar" userId="bdc6100b-43ca-4867-9329-f18eb3c7fcd3" providerId="ADAL" clId="{7F44DFDE-B5A0-447A-9CEC-A148D2571F49}" dt="2026-06-10T06:36:55.751" v="110" actId="47"/>
        <pc:sldMkLst>
          <pc:docMk/>
          <pc:sldMk cId="2004938140" sldId="257"/>
        </pc:sldMkLst>
      </pc:sldChg>
      <pc:sldChg chg="new del">
        <pc:chgData name="El Kojok, Ammar" userId="bdc6100b-43ca-4867-9329-f18eb3c7fcd3" providerId="ADAL" clId="{7F44DFDE-B5A0-447A-9CEC-A148D2571F49}" dt="2026-06-10T06:36:56.148" v="111" actId="47"/>
        <pc:sldMkLst>
          <pc:docMk/>
          <pc:sldMk cId="2037475331" sldId="258"/>
        </pc:sldMkLst>
      </pc:sldChg>
      <pc:sldChg chg="new del">
        <pc:chgData name="El Kojok, Ammar" userId="bdc6100b-43ca-4867-9329-f18eb3c7fcd3" providerId="ADAL" clId="{7F44DFDE-B5A0-447A-9CEC-A148D2571F49}" dt="2026-06-10T06:36:56.698" v="112" actId="47"/>
        <pc:sldMkLst>
          <pc:docMk/>
          <pc:sldMk cId="3723506938" sldId="259"/>
        </pc:sldMkLst>
      </pc:sldChg>
      <pc:sldChg chg="addSp delSp modSp new mod modClrScheme chgLayout">
        <pc:chgData name="El Kojok, Ammar" userId="bdc6100b-43ca-4867-9329-f18eb3c7fcd3" providerId="ADAL" clId="{7F44DFDE-B5A0-447A-9CEC-A148D2571F49}" dt="2026-06-10T06:35:50.231" v="101" actId="700"/>
        <pc:sldMkLst>
          <pc:docMk/>
          <pc:sldMk cId="81926588" sldId="260"/>
        </pc:sldMkLst>
        <pc:spChg chg="del">
          <ac:chgData name="El Kojok, Ammar" userId="bdc6100b-43ca-4867-9329-f18eb3c7fcd3" providerId="ADAL" clId="{7F44DFDE-B5A0-447A-9CEC-A148D2571F49}" dt="2026-06-10T06:35:46.504" v="88" actId="700"/>
          <ac:spMkLst>
            <pc:docMk/>
            <pc:sldMk cId="81926588" sldId="260"/>
            <ac:spMk id="2" creationId="{BFF4FE0E-E728-1844-B117-9927E02C2064}"/>
          </ac:spMkLst>
        </pc:spChg>
        <pc:spChg chg="del">
          <ac:chgData name="El Kojok, Ammar" userId="bdc6100b-43ca-4867-9329-f18eb3c7fcd3" providerId="ADAL" clId="{7F44DFDE-B5A0-447A-9CEC-A148D2571F49}" dt="2026-06-10T06:35:46.504" v="88" actId="700"/>
          <ac:spMkLst>
            <pc:docMk/>
            <pc:sldMk cId="81926588" sldId="260"/>
            <ac:spMk id="3" creationId="{2F44B5EC-FBCB-7697-A2F5-4228C2F8CA05}"/>
          </ac:spMkLst>
        </pc:spChg>
        <pc:spChg chg="del">
          <ac:chgData name="El Kojok, Ammar" userId="bdc6100b-43ca-4867-9329-f18eb3c7fcd3" providerId="ADAL" clId="{7F44DFDE-B5A0-447A-9CEC-A148D2571F49}" dt="2026-06-10T06:35:46.504" v="88" actId="700"/>
          <ac:spMkLst>
            <pc:docMk/>
            <pc:sldMk cId="81926588" sldId="260"/>
            <ac:spMk id="4" creationId="{0121BA76-9852-2F0D-8560-C4D1A16ADF65}"/>
          </ac:spMkLst>
        </pc:spChg>
        <pc:spChg chg="del">
          <ac:chgData name="El Kojok, Ammar" userId="bdc6100b-43ca-4867-9329-f18eb3c7fcd3" providerId="ADAL" clId="{7F44DFDE-B5A0-447A-9CEC-A148D2571F49}" dt="2026-06-10T06:35:46.504" v="88" actId="700"/>
          <ac:spMkLst>
            <pc:docMk/>
            <pc:sldMk cId="81926588" sldId="260"/>
            <ac:spMk id="5" creationId="{33972415-8DA9-3B48-87F0-763C3F7E49C6}"/>
          </ac:spMkLst>
        </pc:spChg>
        <pc:spChg chg="add mod ord">
          <ac:chgData name="El Kojok, Ammar" userId="bdc6100b-43ca-4867-9329-f18eb3c7fcd3" providerId="ADAL" clId="{7F44DFDE-B5A0-447A-9CEC-A148D2571F49}" dt="2026-06-10T06:35:50.231" v="101" actId="700"/>
          <ac:spMkLst>
            <pc:docMk/>
            <pc:sldMk cId="81926588" sldId="260"/>
            <ac:spMk id="7" creationId="{84CEDE5D-D57B-3FEC-41CB-DED067E1B1AE}"/>
          </ac:spMkLst>
        </pc:spChg>
        <pc:spChg chg="add mod ord">
          <ac:chgData name="El Kojok, Ammar" userId="bdc6100b-43ca-4867-9329-f18eb3c7fcd3" providerId="ADAL" clId="{7F44DFDE-B5A0-447A-9CEC-A148D2571F49}" dt="2026-06-10T06:35:50.231" v="101" actId="700"/>
          <ac:spMkLst>
            <pc:docMk/>
            <pc:sldMk cId="81926588" sldId="260"/>
            <ac:spMk id="8" creationId="{58F7E047-80E7-7655-1884-A6B82422BF9B}"/>
          </ac:spMkLst>
        </pc:spChg>
        <pc:spChg chg="add mod ord">
          <ac:chgData name="El Kojok, Ammar" userId="bdc6100b-43ca-4867-9329-f18eb3c7fcd3" providerId="ADAL" clId="{7F44DFDE-B5A0-447A-9CEC-A148D2571F49}" dt="2026-06-10T06:35:50.231" v="101" actId="700"/>
          <ac:spMkLst>
            <pc:docMk/>
            <pc:sldMk cId="81926588" sldId="260"/>
            <ac:spMk id="9" creationId="{6A2FCC57-EC55-5E72-22EF-E1AC8FB4E361}"/>
          </ac:spMkLst>
        </pc:spChg>
        <pc:spChg chg="add mod ord">
          <ac:chgData name="El Kojok, Ammar" userId="bdc6100b-43ca-4867-9329-f18eb3c7fcd3" providerId="ADAL" clId="{7F44DFDE-B5A0-447A-9CEC-A148D2571F49}" dt="2026-06-10T06:35:50.231" v="101" actId="700"/>
          <ac:spMkLst>
            <pc:docMk/>
            <pc:sldMk cId="81926588" sldId="260"/>
            <ac:spMk id="10" creationId="{9BC955E7-2A09-2F8C-BC8C-C5047457B7E8}"/>
          </ac:spMkLst>
        </pc:spChg>
        <pc:graphicFrameChg chg="add mod modVis">
          <ac:chgData name="El Kojok, Ammar" userId="bdc6100b-43ca-4867-9329-f18eb3c7fcd3" providerId="ADAL" clId="{7F44DFDE-B5A0-447A-9CEC-A148D2571F49}" dt="2026-06-10T06:35:47.031" v="100"/>
          <ac:graphicFrameMkLst>
            <pc:docMk/>
            <pc:sldMk cId="81926588" sldId="260"/>
            <ac:graphicFrameMk id="6" creationId="{1CF91E7A-32B9-90C6-BFEB-B92760E69B83}"/>
          </ac:graphicFrameMkLst>
        </pc:graphicFrameChg>
      </pc:sldChg>
      <pc:sldChg chg="new">
        <pc:chgData name="El Kojok, Ammar" userId="bdc6100b-43ca-4867-9329-f18eb3c7fcd3" providerId="ADAL" clId="{7F44DFDE-B5A0-447A-9CEC-A148D2571F49}" dt="2026-06-10T06:36:34.350" v="106" actId="680"/>
        <pc:sldMkLst>
          <pc:docMk/>
          <pc:sldMk cId="3526045536" sldId="261"/>
        </pc:sldMkLst>
      </pc:sldChg>
      <pc:sldChg chg="new del">
        <pc:chgData name="El Kojok, Ammar" userId="bdc6100b-43ca-4867-9329-f18eb3c7fcd3" providerId="ADAL" clId="{7F44DFDE-B5A0-447A-9CEC-A148D2571F49}" dt="2026-06-10T06:36:25.238" v="104" actId="47"/>
        <pc:sldMkLst>
          <pc:docMk/>
          <pc:sldMk cId="3540607661" sldId="261"/>
        </pc:sldMkLst>
      </pc:sldChg>
      <pc:sldChg chg="new">
        <pc:chgData name="El Kojok, Ammar" userId="bdc6100b-43ca-4867-9329-f18eb3c7fcd3" providerId="ADAL" clId="{7F44DFDE-B5A0-447A-9CEC-A148D2571F49}" dt="2026-06-10T06:36:37.570" v="107" actId="680"/>
        <pc:sldMkLst>
          <pc:docMk/>
          <pc:sldMk cId="2949736364" sldId="262"/>
        </pc:sldMkLst>
      </pc:sldChg>
      <pc:sldChg chg="new del">
        <pc:chgData name="El Kojok, Ammar" userId="bdc6100b-43ca-4867-9329-f18eb3c7fcd3" providerId="ADAL" clId="{7F44DFDE-B5A0-447A-9CEC-A148D2571F49}" dt="2026-06-10T06:36:25.695" v="105" actId="47"/>
        <pc:sldMkLst>
          <pc:docMk/>
          <pc:sldMk cId="3685255316" sldId="262"/>
        </pc:sldMkLst>
      </pc:sldChg>
      <pc:sldChg chg="new">
        <pc:chgData name="El Kojok, Ammar" userId="bdc6100b-43ca-4867-9329-f18eb3c7fcd3" providerId="ADAL" clId="{7F44DFDE-B5A0-447A-9CEC-A148D2571F49}" dt="2026-06-10T06:36:41.609" v="108" actId="680"/>
        <pc:sldMkLst>
          <pc:docMk/>
          <pc:sldMk cId="3531270942" sldId="263"/>
        </pc:sldMkLst>
      </pc:sldChg>
      <pc:sldChg chg="new">
        <pc:chgData name="El Kojok, Ammar" userId="bdc6100b-43ca-4867-9329-f18eb3c7fcd3" providerId="ADAL" clId="{7F44DFDE-B5A0-447A-9CEC-A148D2571F49}" dt="2026-06-10T06:36:45.292" v="109" actId="680"/>
        <pc:sldMkLst>
          <pc:docMk/>
          <pc:sldMk cId="2805235540" sldId="264"/>
        </pc:sldMkLst>
      </pc:sldChg>
      <pc:sldChg chg="new">
        <pc:chgData name="El Kojok, Ammar" userId="bdc6100b-43ca-4867-9329-f18eb3c7fcd3" providerId="ADAL" clId="{7F44DFDE-B5A0-447A-9CEC-A148D2571F49}" dt="2026-06-10T06:37:03.154" v="114" actId="680"/>
        <pc:sldMkLst>
          <pc:docMk/>
          <pc:sldMk cId="2162464918" sldId="265"/>
        </pc:sldMkLst>
      </pc:sldChg>
      <pc:sldChg chg="new">
        <pc:chgData name="El Kojok, Ammar" userId="bdc6100b-43ca-4867-9329-f18eb3c7fcd3" providerId="ADAL" clId="{7F44DFDE-B5A0-447A-9CEC-A148D2571F49}" dt="2026-06-10T06:37:08.153" v="115" actId="680"/>
        <pc:sldMkLst>
          <pc:docMk/>
          <pc:sldMk cId="3594675239" sldId="266"/>
        </pc:sldMkLst>
      </pc:sldChg>
      <pc:sldChg chg="new">
        <pc:chgData name="El Kojok, Ammar" userId="bdc6100b-43ca-4867-9329-f18eb3c7fcd3" providerId="ADAL" clId="{7F44DFDE-B5A0-447A-9CEC-A148D2571F49}" dt="2026-06-10T06:37:10.930" v="116" actId="680"/>
        <pc:sldMkLst>
          <pc:docMk/>
          <pc:sldMk cId="2055924672" sldId="267"/>
        </pc:sldMkLst>
      </pc:sldChg>
      <pc:sldChg chg="new">
        <pc:chgData name="El Kojok, Ammar" userId="bdc6100b-43ca-4867-9329-f18eb3c7fcd3" providerId="ADAL" clId="{7F44DFDE-B5A0-447A-9CEC-A148D2571F49}" dt="2026-06-10T06:37:12.714" v="117" actId="680"/>
        <pc:sldMkLst>
          <pc:docMk/>
          <pc:sldMk cId="417252271" sldId="268"/>
        </pc:sldMkLst>
      </pc:sldChg>
      <pc:sldChg chg="new">
        <pc:chgData name="El Kojok, Ammar" userId="bdc6100b-43ca-4867-9329-f18eb3c7fcd3" providerId="ADAL" clId="{7F44DFDE-B5A0-447A-9CEC-A148D2571F49}" dt="2026-06-10T06:37:14.317" v="118" actId="680"/>
        <pc:sldMkLst>
          <pc:docMk/>
          <pc:sldMk cId="1522490166" sldId="269"/>
        </pc:sldMkLst>
      </pc:sldChg>
      <pc:sldChg chg="modSp add del mod">
        <pc:chgData name="El Kojok, Ammar" userId="bdc6100b-43ca-4867-9329-f18eb3c7fcd3" providerId="ADAL" clId="{7F44DFDE-B5A0-447A-9CEC-A148D2571F49}" dt="2026-06-10T06:04:57.250" v="72" actId="47"/>
        <pc:sldMkLst>
          <pc:docMk/>
          <pc:sldMk cId="954228744" sldId="275"/>
        </pc:sldMkLst>
        <pc:spChg chg="mod">
          <ac:chgData name="El Kojok, Ammar" userId="bdc6100b-43ca-4867-9329-f18eb3c7fcd3" providerId="ADAL" clId="{7F44DFDE-B5A0-447A-9CEC-A148D2571F49}" dt="2026-06-10T06:02:59.139" v="36"/>
          <ac:spMkLst>
            <pc:docMk/>
            <pc:sldMk cId="954228744" sldId="275"/>
            <ac:spMk id="4" creationId="{00B40964-F7A3-18A9-8870-C52B9A6E680D}"/>
          </ac:spMkLst>
        </pc:spChg>
        <pc:spChg chg="mod">
          <ac:chgData name="El Kojok, Ammar" userId="bdc6100b-43ca-4867-9329-f18eb3c7fcd3" providerId="ADAL" clId="{7F44DFDE-B5A0-447A-9CEC-A148D2571F49}" dt="2026-06-10T06:03:00.080" v="59" actId="299"/>
          <ac:spMkLst>
            <pc:docMk/>
            <pc:sldMk cId="954228744" sldId="275"/>
            <ac:spMk id="7" creationId="{84A33C58-F7C4-627C-6E42-9D66DA3F2905}"/>
          </ac:spMkLst>
        </pc:spChg>
        <pc:graphicFrameChg chg="mod">
          <ac:chgData name="El Kojok, Ammar" userId="bdc6100b-43ca-4867-9329-f18eb3c7fcd3" providerId="ADAL" clId="{7F44DFDE-B5A0-447A-9CEC-A148D2571F49}" dt="2026-06-10T06:01:13.534" v="5"/>
          <ac:graphicFrameMkLst>
            <pc:docMk/>
            <pc:sldMk cId="954228744" sldId="275"/>
            <ac:graphicFrameMk id="6" creationId="{FCEE7386-400C-19F3-7F9F-94F42C7B97A3}"/>
          </ac:graphicFrameMkLst>
        </pc:graphicFrameChg>
      </pc:sldChg>
      <pc:sldChg chg="modSp add del mod">
        <pc:chgData name="El Kojok, Ammar" userId="bdc6100b-43ca-4867-9329-f18eb3c7fcd3" providerId="ADAL" clId="{7F44DFDE-B5A0-447A-9CEC-A148D2571F49}" dt="2026-06-10T06:04:57.250" v="72" actId="47"/>
        <pc:sldMkLst>
          <pc:docMk/>
          <pc:sldMk cId="2531896236" sldId="280"/>
        </pc:sldMkLst>
        <pc:graphicFrameChg chg="mod">
          <ac:chgData name="El Kojok, Ammar" userId="bdc6100b-43ca-4867-9329-f18eb3c7fcd3" providerId="ADAL" clId="{7F44DFDE-B5A0-447A-9CEC-A148D2571F49}" dt="2026-06-10T06:01:13.544" v="7"/>
          <ac:graphicFrameMkLst>
            <pc:docMk/>
            <pc:sldMk cId="2531896236" sldId="280"/>
            <ac:graphicFrameMk id="42" creationId="{6BAB4CB1-78A3-A7DE-44F8-E734CF748202}"/>
          </ac:graphicFrameMkLst>
        </pc:graphicFrameChg>
      </pc:sldChg>
      <pc:sldChg chg="add del">
        <pc:chgData name="El Kojok, Ammar" userId="bdc6100b-43ca-4867-9329-f18eb3c7fcd3" providerId="ADAL" clId="{7F44DFDE-B5A0-447A-9CEC-A148D2571F49}" dt="2026-06-10T06:04:57.250" v="72" actId="47"/>
        <pc:sldMkLst>
          <pc:docMk/>
          <pc:sldMk cId="4080197559" sldId="282"/>
        </pc:sldMkLst>
      </pc:sldChg>
      <pc:sldChg chg="modSp add del mod">
        <pc:chgData name="El Kojok, Ammar" userId="bdc6100b-43ca-4867-9329-f18eb3c7fcd3" providerId="ADAL" clId="{7F44DFDE-B5A0-447A-9CEC-A148D2571F49}" dt="2026-06-10T06:04:57.250" v="72" actId="47"/>
        <pc:sldMkLst>
          <pc:docMk/>
          <pc:sldMk cId="2472576365" sldId="283"/>
        </pc:sldMkLst>
        <pc:spChg chg="mod">
          <ac:chgData name="El Kojok, Ammar" userId="bdc6100b-43ca-4867-9329-f18eb3c7fcd3" providerId="ADAL" clId="{7F44DFDE-B5A0-447A-9CEC-A148D2571F49}" dt="2026-06-10T06:03:00.770" v="70" actId="139"/>
          <ac:spMkLst>
            <pc:docMk/>
            <pc:sldMk cId="2472576365" sldId="283"/>
            <ac:spMk id="2" creationId="{BE47525B-D458-4E23-5107-64235DAA92CB}"/>
          </ac:spMkLst>
        </pc:spChg>
        <pc:spChg chg="mod">
          <ac:chgData name="El Kojok, Ammar" userId="bdc6100b-43ca-4867-9329-f18eb3c7fcd3" providerId="ADAL" clId="{7F44DFDE-B5A0-447A-9CEC-A148D2571F49}" dt="2026-06-10T06:03:00.140" v="60"/>
          <ac:spMkLst>
            <pc:docMk/>
            <pc:sldMk cId="2472576365" sldId="283"/>
            <ac:spMk id="4" creationId="{53CB7F8C-297A-3605-7DEC-90BCD3AD9571}"/>
          </ac:spMkLst>
        </pc:spChg>
        <pc:graphicFrameChg chg="mod">
          <ac:chgData name="El Kojok, Ammar" userId="bdc6100b-43ca-4867-9329-f18eb3c7fcd3" providerId="ADAL" clId="{7F44DFDE-B5A0-447A-9CEC-A148D2571F49}" dt="2026-06-10T06:01:13.553" v="9"/>
          <ac:graphicFrameMkLst>
            <pc:docMk/>
            <pc:sldMk cId="2472576365" sldId="283"/>
            <ac:graphicFrameMk id="6" creationId="{42A21146-97BA-D43B-9831-5F224AA3D677}"/>
          </ac:graphicFrameMkLst>
        </pc:graphicFrameChg>
      </pc:sldChg>
      <pc:sldChg chg="add del">
        <pc:chgData name="El Kojok, Ammar" userId="bdc6100b-43ca-4867-9329-f18eb3c7fcd3" providerId="ADAL" clId="{7F44DFDE-B5A0-447A-9CEC-A148D2571F49}" dt="2026-06-10T06:04:57.250" v="72" actId="47"/>
        <pc:sldMkLst>
          <pc:docMk/>
          <pc:sldMk cId="303113798" sldId="288"/>
        </pc:sldMkLst>
      </pc:sldChg>
      <pc:sldChg chg="add del">
        <pc:chgData name="El Kojok, Ammar" userId="bdc6100b-43ca-4867-9329-f18eb3c7fcd3" providerId="ADAL" clId="{7F44DFDE-B5A0-447A-9CEC-A148D2571F49}" dt="2026-06-10T06:04:57.250" v="72" actId="47"/>
        <pc:sldMkLst>
          <pc:docMk/>
          <pc:sldMk cId="883490678" sldId="289"/>
        </pc:sldMkLst>
      </pc:sldChg>
      <pc:sldChg chg="modSp add del mod">
        <pc:chgData name="El Kojok, Ammar" userId="bdc6100b-43ca-4867-9329-f18eb3c7fcd3" providerId="ADAL" clId="{7F44DFDE-B5A0-447A-9CEC-A148D2571F49}" dt="2026-06-10T06:04:57.250" v="72" actId="47"/>
        <pc:sldMkLst>
          <pc:docMk/>
          <pc:sldMk cId="429257039" sldId="292"/>
        </pc:sldMkLst>
        <pc:spChg chg="mod">
          <ac:chgData name="El Kojok, Ammar" userId="bdc6100b-43ca-4867-9329-f18eb3c7fcd3" providerId="ADAL" clId="{7F44DFDE-B5A0-447A-9CEC-A148D2571F49}" dt="2026-06-10T06:03:00.017" v="51" actId="139"/>
          <ac:spMkLst>
            <pc:docMk/>
            <pc:sldMk cId="429257039" sldId="292"/>
            <ac:spMk id="2" creationId="{2944A8B8-AC03-861B-9FEF-2DCAA90DEC89}"/>
          </ac:spMkLst>
        </pc:spChg>
        <pc:spChg chg="mod">
          <ac:chgData name="El Kojok, Ammar" userId="bdc6100b-43ca-4867-9329-f18eb3c7fcd3" providerId="ADAL" clId="{7F44DFDE-B5A0-447A-9CEC-A148D2571F49}" dt="2026-06-10T06:02:59.139" v="36"/>
          <ac:spMkLst>
            <pc:docMk/>
            <pc:sldMk cId="429257039" sldId="292"/>
            <ac:spMk id="4" creationId="{AFF92624-2803-C632-1C00-89DCD5E9D3CD}"/>
          </ac:spMkLst>
        </pc:spChg>
      </pc:sldChg>
      <pc:sldChg chg="add del">
        <pc:chgData name="El Kojok, Ammar" userId="bdc6100b-43ca-4867-9329-f18eb3c7fcd3" providerId="ADAL" clId="{7F44DFDE-B5A0-447A-9CEC-A148D2571F49}" dt="2026-06-10T06:04:57.250" v="72" actId="47"/>
        <pc:sldMkLst>
          <pc:docMk/>
          <pc:sldMk cId="3054896191" sldId="294"/>
        </pc:sldMkLst>
      </pc:sldChg>
      <pc:sldChg chg="modSp add del mod">
        <pc:chgData name="El Kojok, Ammar" userId="bdc6100b-43ca-4867-9329-f18eb3c7fcd3" providerId="ADAL" clId="{7F44DFDE-B5A0-447A-9CEC-A148D2571F49}" dt="2026-06-10T06:04:57.250" v="72" actId="47"/>
        <pc:sldMkLst>
          <pc:docMk/>
          <pc:sldMk cId="1271496356" sldId="305"/>
        </pc:sldMkLst>
        <pc:spChg chg="mod">
          <ac:chgData name="El Kojok, Ammar" userId="bdc6100b-43ca-4867-9329-f18eb3c7fcd3" providerId="ADAL" clId="{7F44DFDE-B5A0-447A-9CEC-A148D2571F49}" dt="2026-06-10T06:02:59.955" v="41" actId="139"/>
          <ac:spMkLst>
            <pc:docMk/>
            <pc:sldMk cId="1271496356" sldId="305"/>
            <ac:spMk id="2" creationId="{51D0B1AE-615B-4435-2E35-EB7B0A74405F}"/>
          </ac:spMkLst>
        </pc:spChg>
        <pc:spChg chg="mod">
          <ac:chgData name="El Kojok, Ammar" userId="bdc6100b-43ca-4867-9329-f18eb3c7fcd3" providerId="ADAL" clId="{7F44DFDE-B5A0-447A-9CEC-A148D2571F49}" dt="2026-06-10T06:02:59.139" v="36"/>
          <ac:spMkLst>
            <pc:docMk/>
            <pc:sldMk cId="1271496356" sldId="305"/>
            <ac:spMk id="4" creationId="{A9BB5347-0452-CBD0-2875-F6C565B45520}"/>
          </ac:spMkLst>
        </pc:spChg>
      </pc:sldChg>
      <pc:sldChg chg="add del">
        <pc:chgData name="El Kojok, Ammar" userId="bdc6100b-43ca-4867-9329-f18eb3c7fcd3" providerId="ADAL" clId="{7F44DFDE-B5A0-447A-9CEC-A148D2571F49}" dt="2026-06-10T06:04:57.250" v="72" actId="47"/>
        <pc:sldMkLst>
          <pc:docMk/>
          <pc:sldMk cId="3380818587" sldId="313"/>
        </pc:sldMkLst>
      </pc:sldChg>
      <pc:sldChg chg="add del">
        <pc:chgData name="El Kojok, Ammar" userId="bdc6100b-43ca-4867-9329-f18eb3c7fcd3" providerId="ADAL" clId="{7F44DFDE-B5A0-447A-9CEC-A148D2571F49}" dt="2026-06-10T06:04:57.250" v="72" actId="47"/>
        <pc:sldMkLst>
          <pc:docMk/>
          <pc:sldMk cId="1726314622" sldId="316"/>
        </pc:sldMkLst>
      </pc:sldChg>
      <pc:sldChg chg="modSp add del">
        <pc:chgData name="El Kojok, Ammar" userId="bdc6100b-43ca-4867-9329-f18eb3c7fcd3" providerId="ADAL" clId="{7F44DFDE-B5A0-447A-9CEC-A148D2571F49}" dt="2026-06-10T06:04:57.250" v="72" actId="47"/>
        <pc:sldMkLst>
          <pc:docMk/>
          <pc:sldMk cId="3267143498" sldId="399"/>
        </pc:sldMkLst>
        <pc:spChg chg="mod">
          <ac:chgData name="El Kojok, Ammar" userId="bdc6100b-43ca-4867-9329-f18eb3c7fcd3" providerId="ADAL" clId="{7F44DFDE-B5A0-447A-9CEC-A148D2571F49}" dt="2026-06-10T06:02:48.949" v="24"/>
          <ac:spMkLst>
            <pc:docMk/>
            <pc:sldMk cId="3267143498" sldId="399"/>
            <ac:spMk id="2" creationId="{59A843D4-F982-AD0F-619A-ABC83A7DACAF}"/>
          </ac:spMkLst>
        </pc:spChg>
      </pc:sldChg>
      <pc:sldChg chg="modSp add del mod">
        <pc:chgData name="El Kojok, Ammar" userId="bdc6100b-43ca-4867-9329-f18eb3c7fcd3" providerId="ADAL" clId="{7F44DFDE-B5A0-447A-9CEC-A148D2571F49}" dt="2026-06-10T06:04:57.250" v="72" actId="47"/>
        <pc:sldMkLst>
          <pc:docMk/>
          <pc:sldMk cId="2102614510" sldId="2147483337"/>
        </pc:sldMkLst>
        <pc:graphicFrameChg chg="mod">
          <ac:chgData name="El Kojok, Ammar" userId="bdc6100b-43ca-4867-9329-f18eb3c7fcd3" providerId="ADAL" clId="{7F44DFDE-B5A0-447A-9CEC-A148D2571F49}" dt="2026-06-10T06:01:13.582" v="15"/>
          <ac:graphicFrameMkLst>
            <pc:docMk/>
            <pc:sldMk cId="2102614510" sldId="2147483337"/>
            <ac:graphicFrameMk id="4" creationId="{CE752B2D-FDA9-0D08-9EC2-0009BF49BC66}"/>
          </ac:graphicFrameMkLst>
        </pc:graphicFrameChg>
      </pc:sldChg>
      <pc:sldChg chg="add del">
        <pc:chgData name="El Kojok, Ammar" userId="bdc6100b-43ca-4867-9329-f18eb3c7fcd3" providerId="ADAL" clId="{7F44DFDE-B5A0-447A-9CEC-A148D2571F49}" dt="2026-06-10T06:04:57.250" v="72" actId="47"/>
        <pc:sldMkLst>
          <pc:docMk/>
          <pc:sldMk cId="999820443" sldId="2147483339"/>
        </pc:sldMkLst>
      </pc:sldChg>
      <pc:sldChg chg="add del">
        <pc:chgData name="El Kojok, Ammar" userId="bdc6100b-43ca-4867-9329-f18eb3c7fcd3" providerId="ADAL" clId="{7F44DFDE-B5A0-447A-9CEC-A148D2571F49}" dt="2026-06-10T06:04:57.250" v="72" actId="47"/>
        <pc:sldMkLst>
          <pc:docMk/>
          <pc:sldMk cId="3895321227" sldId="2147483340"/>
        </pc:sldMkLst>
      </pc:sldChg>
      <pc:sldChg chg="add del">
        <pc:chgData name="El Kojok, Ammar" userId="bdc6100b-43ca-4867-9329-f18eb3c7fcd3" providerId="ADAL" clId="{7F44DFDE-B5A0-447A-9CEC-A148D2571F49}" dt="2026-06-10T06:04:57.250" v="72" actId="47"/>
        <pc:sldMkLst>
          <pc:docMk/>
          <pc:sldMk cId="1123104688" sldId="2147483341"/>
        </pc:sldMkLst>
      </pc:sldChg>
      <pc:sldChg chg="add del">
        <pc:chgData name="El Kojok, Ammar" userId="bdc6100b-43ca-4867-9329-f18eb3c7fcd3" providerId="ADAL" clId="{7F44DFDE-B5A0-447A-9CEC-A148D2571F49}" dt="2026-06-10T06:04:57.250" v="72" actId="47"/>
        <pc:sldMkLst>
          <pc:docMk/>
          <pc:sldMk cId="2022204294" sldId="2147483342"/>
        </pc:sldMkLst>
      </pc:sldChg>
      <pc:sldChg chg="modSp add del mod">
        <pc:chgData name="El Kojok, Ammar" userId="bdc6100b-43ca-4867-9329-f18eb3c7fcd3" providerId="ADAL" clId="{7F44DFDE-B5A0-447A-9CEC-A148D2571F49}" dt="2026-06-10T06:04:57.250" v="72" actId="47"/>
        <pc:sldMkLst>
          <pc:docMk/>
          <pc:sldMk cId="2967722868" sldId="2147483343"/>
        </pc:sldMkLst>
        <pc:spChg chg="mod">
          <ac:chgData name="El Kojok, Ammar" userId="bdc6100b-43ca-4867-9329-f18eb3c7fcd3" providerId="ADAL" clId="{7F44DFDE-B5A0-447A-9CEC-A148D2571F49}" dt="2026-06-10T06:02:59.986" v="46" actId="139"/>
          <ac:spMkLst>
            <pc:docMk/>
            <pc:sldMk cId="2967722868" sldId="2147483343"/>
            <ac:spMk id="4" creationId="{4CE87D87-0570-EBA8-156B-00165759059C}"/>
          </ac:spMkLst>
        </pc:spChg>
        <pc:spChg chg="mod">
          <ac:chgData name="El Kojok, Ammar" userId="bdc6100b-43ca-4867-9329-f18eb3c7fcd3" providerId="ADAL" clId="{7F44DFDE-B5A0-447A-9CEC-A148D2571F49}" dt="2026-06-10T06:02:59.139" v="36"/>
          <ac:spMkLst>
            <pc:docMk/>
            <pc:sldMk cId="2967722868" sldId="2147483343"/>
            <ac:spMk id="21" creationId="{EDDA2501-531A-D78C-10CD-BC7388BFC7DA}"/>
          </ac:spMkLst>
        </pc:spChg>
      </pc:sldChg>
      <pc:sldChg chg="add del">
        <pc:chgData name="El Kojok, Ammar" userId="bdc6100b-43ca-4867-9329-f18eb3c7fcd3" providerId="ADAL" clId="{7F44DFDE-B5A0-447A-9CEC-A148D2571F49}" dt="2026-06-10T06:04:57.250" v="72" actId="47"/>
        <pc:sldMkLst>
          <pc:docMk/>
          <pc:sldMk cId="4131121619" sldId="2147483344"/>
        </pc:sldMkLst>
      </pc:sldChg>
      <pc:sldChg chg="add del">
        <pc:chgData name="El Kojok, Ammar" userId="bdc6100b-43ca-4867-9329-f18eb3c7fcd3" providerId="ADAL" clId="{7F44DFDE-B5A0-447A-9CEC-A148D2571F49}" dt="2026-06-10T06:04:57.250" v="72" actId="47"/>
        <pc:sldMkLst>
          <pc:docMk/>
          <pc:sldMk cId="2965700959" sldId="2147483349"/>
        </pc:sldMkLst>
      </pc:sldChg>
      <pc:sldChg chg="add del">
        <pc:chgData name="El Kojok, Ammar" userId="bdc6100b-43ca-4867-9329-f18eb3c7fcd3" providerId="ADAL" clId="{7F44DFDE-B5A0-447A-9CEC-A148D2571F49}" dt="2026-06-10T06:04:57.250" v="72" actId="47"/>
        <pc:sldMkLst>
          <pc:docMk/>
          <pc:sldMk cId="907655226" sldId="2147483350"/>
        </pc:sldMkLst>
      </pc:sldChg>
      <pc:sldChg chg="modSp add del mod">
        <pc:chgData name="El Kojok, Ammar" userId="bdc6100b-43ca-4867-9329-f18eb3c7fcd3" providerId="ADAL" clId="{7F44DFDE-B5A0-447A-9CEC-A148D2571F49}" dt="2026-06-10T06:04:57.250" v="72" actId="47"/>
        <pc:sldMkLst>
          <pc:docMk/>
          <pc:sldMk cId="483006808" sldId="2147483352"/>
        </pc:sldMkLst>
        <pc:spChg chg="mod">
          <ac:chgData name="El Kojok, Ammar" userId="bdc6100b-43ca-4867-9329-f18eb3c7fcd3" providerId="ADAL" clId="{7F44DFDE-B5A0-447A-9CEC-A148D2571F49}" dt="2026-06-10T06:03:00.749" v="65" actId="139"/>
          <ac:spMkLst>
            <pc:docMk/>
            <pc:sldMk cId="483006808" sldId="2147483352"/>
            <ac:spMk id="2" creationId="{3FA99B24-0E5B-610F-7CF9-82B3B1889EF9}"/>
          </ac:spMkLst>
        </pc:spChg>
        <pc:spChg chg="mod">
          <ac:chgData name="El Kojok, Ammar" userId="bdc6100b-43ca-4867-9329-f18eb3c7fcd3" providerId="ADAL" clId="{7F44DFDE-B5A0-447A-9CEC-A148D2571F49}" dt="2026-06-10T06:03:00.140" v="60"/>
          <ac:spMkLst>
            <pc:docMk/>
            <pc:sldMk cId="483006808" sldId="2147483352"/>
            <ac:spMk id="4" creationId="{00C8995D-BDD7-DCE0-DECB-B8F9D4BF13D3}"/>
          </ac:spMkLst>
        </pc:spChg>
      </pc:sldChg>
      <pc:sldChg chg="add del">
        <pc:chgData name="El Kojok, Ammar" userId="bdc6100b-43ca-4867-9329-f18eb3c7fcd3" providerId="ADAL" clId="{7F44DFDE-B5A0-447A-9CEC-A148D2571F49}" dt="2026-06-10T06:04:57.250" v="72" actId="47"/>
        <pc:sldMkLst>
          <pc:docMk/>
          <pc:sldMk cId="2960387859" sldId="2147483353"/>
        </pc:sldMkLst>
      </pc:sldChg>
      <pc:sldChg chg="modSp add del">
        <pc:chgData name="El Kojok, Ammar" userId="bdc6100b-43ca-4867-9329-f18eb3c7fcd3" providerId="ADAL" clId="{7F44DFDE-B5A0-447A-9CEC-A148D2571F49}" dt="2026-06-10T06:04:57.250" v="72" actId="47"/>
        <pc:sldMkLst>
          <pc:docMk/>
          <pc:sldMk cId="351591581" sldId="2147483354"/>
        </pc:sldMkLst>
        <pc:spChg chg="mod">
          <ac:chgData name="El Kojok, Ammar" userId="bdc6100b-43ca-4867-9329-f18eb3c7fcd3" providerId="ADAL" clId="{7F44DFDE-B5A0-447A-9CEC-A148D2571F49}" dt="2026-06-10T06:02:48.949" v="24"/>
          <ac:spMkLst>
            <pc:docMk/>
            <pc:sldMk cId="351591581" sldId="2147483354"/>
            <ac:spMk id="2" creationId="{A74EC4D0-EC56-A6F4-312E-CA589CB785F5}"/>
          </ac:spMkLst>
        </pc:spChg>
      </pc:sldChg>
      <pc:sldChg chg="add del">
        <pc:chgData name="El Kojok, Ammar" userId="bdc6100b-43ca-4867-9329-f18eb3c7fcd3" providerId="ADAL" clId="{7F44DFDE-B5A0-447A-9CEC-A148D2571F49}" dt="2026-06-10T06:04:57.250" v="72" actId="47"/>
        <pc:sldMkLst>
          <pc:docMk/>
          <pc:sldMk cId="527284081" sldId="2147483355"/>
        </pc:sldMkLst>
      </pc:sldChg>
      <pc:sldChg chg="add del">
        <pc:chgData name="El Kojok, Ammar" userId="bdc6100b-43ca-4867-9329-f18eb3c7fcd3" providerId="ADAL" clId="{7F44DFDE-B5A0-447A-9CEC-A148D2571F49}" dt="2026-06-10T06:04:57.250" v="72" actId="47"/>
        <pc:sldMkLst>
          <pc:docMk/>
          <pc:sldMk cId="1783482875" sldId="2147483357"/>
        </pc:sldMkLst>
      </pc:sldChg>
      <pc:sldChg chg="modSp add del mod">
        <pc:chgData name="El Kojok, Ammar" userId="bdc6100b-43ca-4867-9329-f18eb3c7fcd3" providerId="ADAL" clId="{7F44DFDE-B5A0-447A-9CEC-A148D2571F49}" dt="2026-06-10T06:04:57.250" v="72" actId="47"/>
        <pc:sldMkLst>
          <pc:docMk/>
          <pc:sldMk cId="2421194509" sldId="2147483358"/>
        </pc:sldMkLst>
        <pc:graphicFrameChg chg="mod">
          <ac:chgData name="El Kojok, Ammar" userId="bdc6100b-43ca-4867-9329-f18eb3c7fcd3" providerId="ADAL" clId="{7F44DFDE-B5A0-447A-9CEC-A148D2571F49}" dt="2026-06-10T06:01:13.572" v="13"/>
          <ac:graphicFrameMkLst>
            <pc:docMk/>
            <pc:sldMk cId="2421194509" sldId="2147483358"/>
            <ac:graphicFrameMk id="35" creationId="{3C4D6538-0F05-8D5B-D26C-7017875E1DA7}"/>
          </ac:graphicFrameMkLst>
        </pc:graphicFrameChg>
      </pc:sldChg>
      <pc:sldChg chg="modSp add del mod">
        <pc:chgData name="El Kojok, Ammar" userId="bdc6100b-43ca-4867-9329-f18eb3c7fcd3" providerId="ADAL" clId="{7F44DFDE-B5A0-447A-9CEC-A148D2571F49}" dt="2026-06-10T06:04:57.250" v="72" actId="47"/>
        <pc:sldMkLst>
          <pc:docMk/>
          <pc:sldMk cId="3663270412" sldId="2147483359"/>
        </pc:sldMkLst>
        <pc:graphicFrameChg chg="mod">
          <ac:chgData name="El Kojok, Ammar" userId="bdc6100b-43ca-4867-9329-f18eb3c7fcd3" providerId="ADAL" clId="{7F44DFDE-B5A0-447A-9CEC-A148D2571F49}" dt="2026-06-10T06:01:13.516" v="3"/>
          <ac:graphicFrameMkLst>
            <pc:docMk/>
            <pc:sldMk cId="3663270412" sldId="2147483359"/>
            <ac:graphicFrameMk id="8" creationId="{A36701E6-C905-2BCE-706C-3FA6A226E300}"/>
          </ac:graphicFrameMkLst>
        </pc:graphicFrameChg>
      </pc:sldChg>
      <pc:sldChg chg="modSp add del mod">
        <pc:chgData name="El Kojok, Ammar" userId="bdc6100b-43ca-4867-9329-f18eb3c7fcd3" providerId="ADAL" clId="{7F44DFDE-B5A0-447A-9CEC-A148D2571F49}" dt="2026-06-10T06:04:57.250" v="72" actId="47"/>
        <pc:sldMkLst>
          <pc:docMk/>
          <pc:sldMk cId="3532838676" sldId="2147483360"/>
        </pc:sldMkLst>
        <pc:graphicFrameChg chg="mod">
          <ac:chgData name="El Kojok, Ammar" userId="bdc6100b-43ca-4867-9329-f18eb3c7fcd3" providerId="ADAL" clId="{7F44DFDE-B5A0-447A-9CEC-A148D2571F49}" dt="2026-06-10T06:01:13.563" v="11"/>
          <ac:graphicFrameMkLst>
            <pc:docMk/>
            <pc:sldMk cId="3532838676" sldId="2147483360"/>
            <ac:graphicFrameMk id="13" creationId="{138896CD-244B-9E7D-FAFA-01A89B15D71F}"/>
          </ac:graphicFrameMkLst>
        </pc:graphicFrameChg>
      </pc:sldChg>
      <pc:sldChg chg="modSp add del mod">
        <pc:chgData name="El Kojok, Ammar" userId="bdc6100b-43ca-4867-9329-f18eb3c7fcd3" providerId="ADAL" clId="{7F44DFDE-B5A0-447A-9CEC-A148D2571F49}" dt="2026-06-10T06:04:57.250" v="72" actId="47"/>
        <pc:sldMkLst>
          <pc:docMk/>
          <pc:sldMk cId="207889938" sldId="2147483361"/>
        </pc:sldMkLst>
        <pc:spChg chg="mod">
          <ac:chgData name="El Kojok, Ammar" userId="bdc6100b-43ca-4867-9329-f18eb3c7fcd3" providerId="ADAL" clId="{7F44DFDE-B5A0-447A-9CEC-A148D2571F49}" dt="2026-06-10T06:03:00.058" v="56" actId="139"/>
          <ac:spMkLst>
            <pc:docMk/>
            <pc:sldMk cId="207889938" sldId="2147483361"/>
            <ac:spMk id="2" creationId="{064DC5CC-3128-DE00-4A34-0EB3166ECFE3}"/>
          </ac:spMkLst>
        </pc:spChg>
        <pc:spChg chg="mod">
          <ac:chgData name="El Kojok, Ammar" userId="bdc6100b-43ca-4867-9329-f18eb3c7fcd3" providerId="ADAL" clId="{7F44DFDE-B5A0-447A-9CEC-A148D2571F49}" dt="2026-06-10T06:02:59.139" v="36"/>
          <ac:spMkLst>
            <pc:docMk/>
            <pc:sldMk cId="207889938" sldId="2147483361"/>
            <ac:spMk id="4" creationId="{739D62B6-D0CE-661E-9467-29B5FE2AB6FC}"/>
          </ac:spMkLst>
        </pc:spChg>
      </pc:sldChg>
      <pc:sldChg chg="modSp add del mod">
        <pc:chgData name="El Kojok, Ammar" userId="bdc6100b-43ca-4867-9329-f18eb3c7fcd3" providerId="ADAL" clId="{7F44DFDE-B5A0-447A-9CEC-A148D2571F49}" dt="2026-06-10T06:04:57.250" v="72" actId="47"/>
        <pc:sldMkLst>
          <pc:docMk/>
          <pc:sldMk cId="1683761162" sldId="2147483362"/>
        </pc:sldMkLst>
        <pc:graphicFrameChg chg="mod">
          <ac:chgData name="El Kojok, Ammar" userId="bdc6100b-43ca-4867-9329-f18eb3c7fcd3" providerId="ADAL" clId="{7F44DFDE-B5A0-447A-9CEC-A148D2571F49}" dt="2026-06-10T06:01:13.591" v="17"/>
          <ac:graphicFrameMkLst>
            <pc:docMk/>
            <pc:sldMk cId="1683761162" sldId="2147483362"/>
            <ac:graphicFrameMk id="35" creationId="{B2D5C0E8-929A-771B-4B4D-755F98956EEC}"/>
          </ac:graphicFrameMkLst>
        </pc:graphicFrameChg>
      </pc:sldChg>
      <pc:sldMasterChg chg="del">
        <pc:chgData name="El Kojok, Ammar" userId="bdc6100b-43ca-4867-9329-f18eb3c7fcd3" providerId="ADAL" clId="{7F44DFDE-B5A0-447A-9CEC-A148D2571F49}" dt="2026-06-10T06:01:20.680" v="18" actId="2696"/>
        <pc:sldMasterMkLst>
          <pc:docMk/>
          <pc:sldMasterMk cId="2221857856" sldId="2147483684"/>
        </pc:sldMasterMkLst>
      </pc:sldMasterChg>
      <pc:sldMasterChg chg="mod delSldLayout">
        <pc:chgData name="El Kojok, Ammar" userId="bdc6100b-43ca-4867-9329-f18eb3c7fcd3" providerId="ADAL" clId="{7F44DFDE-B5A0-447A-9CEC-A148D2571F49}" dt="2026-06-10T06:04:57.250" v="72" actId="47"/>
        <pc:sldMasterMkLst>
          <pc:docMk/>
          <pc:sldMasterMk cId="759055094" sldId="2147483703"/>
        </pc:sldMasterMkLst>
        <pc:sldLayoutChg chg="del">
          <pc:chgData name="El Kojok, Ammar" userId="bdc6100b-43ca-4867-9329-f18eb3c7fcd3" providerId="ADAL" clId="{7F44DFDE-B5A0-447A-9CEC-A148D2571F49}" dt="2026-06-10T06:04:57.250" v="72" actId="47"/>
          <pc:sldLayoutMkLst>
            <pc:docMk/>
            <pc:sldMasterMk cId="759055094" sldId="2147483703"/>
            <pc:sldLayoutMk cId="3616574627" sldId="2147484164"/>
          </pc:sldLayoutMkLst>
        </pc:sldLayoutChg>
      </pc:sldMasterChg>
      <pc:sldMasterChg chg="del">
        <pc:chgData name="El Kojok, Ammar" userId="bdc6100b-43ca-4867-9329-f18eb3c7fcd3" providerId="ADAL" clId="{7F44DFDE-B5A0-447A-9CEC-A148D2571F49}" dt="2026-06-10T06:02:06.350" v="19" actId="2696"/>
        <pc:sldMasterMkLst>
          <pc:docMk/>
          <pc:sldMasterMk cId="1412959832" sldId="2147483729"/>
        </pc:sldMasterMkLst>
      </pc:sldMasterChg>
      <pc:sldMasterChg chg="del">
        <pc:chgData name="El Kojok, Ammar" userId="bdc6100b-43ca-4867-9329-f18eb3c7fcd3" providerId="ADAL" clId="{7F44DFDE-B5A0-447A-9CEC-A148D2571F49}" dt="2026-06-10T06:02:07.819" v="20" actId="2696"/>
        <pc:sldMasterMkLst>
          <pc:docMk/>
          <pc:sldMasterMk cId="3530324482" sldId="2147483741"/>
        </pc:sldMasterMkLst>
      </pc:sldMasterChg>
      <pc:sldMasterChg chg="del">
        <pc:chgData name="El Kojok, Ammar" userId="bdc6100b-43ca-4867-9329-f18eb3c7fcd3" providerId="ADAL" clId="{7F44DFDE-B5A0-447A-9CEC-A148D2571F49}" dt="2026-06-10T06:02:09.245" v="21" actId="2696"/>
        <pc:sldMasterMkLst>
          <pc:docMk/>
          <pc:sldMasterMk cId="1066504263" sldId="2147483763"/>
        </pc:sldMasterMkLst>
      </pc:sldMasterChg>
      <pc:sldMasterChg chg="del">
        <pc:chgData name="El Kojok, Ammar" userId="bdc6100b-43ca-4867-9329-f18eb3c7fcd3" providerId="ADAL" clId="{7F44DFDE-B5A0-447A-9CEC-A148D2571F49}" dt="2026-06-10T06:02:10.863" v="22" actId="2696"/>
        <pc:sldMasterMkLst>
          <pc:docMk/>
          <pc:sldMasterMk cId="619486877" sldId="2147483792"/>
        </pc:sldMasterMkLst>
      </pc:sldMasterChg>
      <pc:sldMasterChg chg="modSldLayout">
        <pc:chgData name="El Kojok, Ammar" userId="bdc6100b-43ca-4867-9329-f18eb3c7fcd3" providerId="ADAL" clId="{7F44DFDE-B5A0-447A-9CEC-A148D2571F49}" dt="2026-06-10T06:02:36.044" v="23" actId="782"/>
        <pc:sldMasterMkLst>
          <pc:docMk/>
          <pc:sldMasterMk cId="4265750563" sldId="2147483831"/>
        </pc:sldMasterMkLst>
        <pc:sldLayoutChg chg="modSp">
          <pc:chgData name="El Kojok, Ammar" userId="bdc6100b-43ca-4867-9329-f18eb3c7fcd3" providerId="ADAL" clId="{7F44DFDE-B5A0-447A-9CEC-A148D2571F49}" dt="2026-06-10T06:02:36.044" v="23" actId="782"/>
          <pc:sldLayoutMkLst>
            <pc:docMk/>
            <pc:sldMasterMk cId="4265750563" sldId="2147483831"/>
            <pc:sldLayoutMk cId="18685952" sldId="2147483833"/>
          </pc:sldLayoutMkLst>
          <pc:spChg chg="mod">
            <ac:chgData name="El Kojok, Ammar" userId="bdc6100b-43ca-4867-9329-f18eb3c7fcd3" providerId="ADAL" clId="{7F44DFDE-B5A0-447A-9CEC-A148D2571F49}" dt="2026-06-10T06:02:36.044" v="23" actId="782"/>
            <ac:spMkLst>
              <pc:docMk/>
              <pc:sldMasterMk cId="4265750563" sldId="2147483831"/>
              <pc:sldLayoutMk cId="18685952" sldId="2147483833"/>
              <ac:spMk id="6" creationId="{7A8CAA18-4FEF-7F99-37BD-70857FFF2F6A}"/>
            </ac:spMkLst>
          </pc:spChg>
        </pc:sldLayoutChg>
      </pc:sldMasterChg>
      <pc:sldMasterChg chg="del">
        <pc:chgData name="El Kojok, Ammar" userId="bdc6100b-43ca-4867-9329-f18eb3c7fcd3" providerId="ADAL" clId="{7F44DFDE-B5A0-447A-9CEC-A148D2571F49}" dt="2026-06-10T06:02:49.851" v="25" actId="2696"/>
        <pc:sldMasterMkLst>
          <pc:docMk/>
          <pc:sldMasterMk cId="3138918842" sldId="2147483858"/>
        </pc:sldMasterMkLst>
      </pc:sldMasterChg>
      <pc:sldMasterChg chg="del">
        <pc:chgData name="El Kojok, Ammar" userId="bdc6100b-43ca-4867-9329-f18eb3c7fcd3" providerId="ADAL" clId="{7F44DFDE-B5A0-447A-9CEC-A148D2571F49}" dt="2026-06-10T06:02:51.201" v="26" actId="2696"/>
        <pc:sldMasterMkLst>
          <pc:docMk/>
          <pc:sldMasterMk cId="2823020431" sldId="2147483866"/>
        </pc:sldMasterMkLst>
      </pc:sldMasterChg>
      <pc:sldMasterChg chg="del">
        <pc:chgData name="El Kojok, Ammar" userId="bdc6100b-43ca-4867-9329-f18eb3c7fcd3" providerId="ADAL" clId="{7F44DFDE-B5A0-447A-9CEC-A148D2571F49}" dt="2026-06-10T06:02:52.231" v="27" actId="2696"/>
        <pc:sldMasterMkLst>
          <pc:docMk/>
          <pc:sldMasterMk cId="949832911" sldId="2147483905"/>
        </pc:sldMasterMkLst>
      </pc:sldMasterChg>
      <pc:sldMasterChg chg="del">
        <pc:chgData name="El Kojok, Ammar" userId="bdc6100b-43ca-4867-9329-f18eb3c7fcd3" providerId="ADAL" clId="{7F44DFDE-B5A0-447A-9CEC-A148D2571F49}" dt="2026-06-10T06:02:53.201" v="28" actId="2696"/>
        <pc:sldMasterMkLst>
          <pc:docMk/>
          <pc:sldMasterMk cId="1101644284" sldId="2147483922"/>
        </pc:sldMasterMkLst>
      </pc:sldMasterChg>
      <pc:sldMasterChg chg="del">
        <pc:chgData name="El Kojok, Ammar" userId="bdc6100b-43ca-4867-9329-f18eb3c7fcd3" providerId="ADAL" clId="{7F44DFDE-B5A0-447A-9CEC-A148D2571F49}" dt="2026-06-10T06:02:54.033" v="29" actId="2696"/>
        <pc:sldMasterMkLst>
          <pc:docMk/>
          <pc:sldMasterMk cId="3370676761" sldId="2147483935"/>
        </pc:sldMasterMkLst>
      </pc:sldMasterChg>
      <pc:sldMasterChg chg="del">
        <pc:chgData name="El Kojok, Ammar" userId="bdc6100b-43ca-4867-9329-f18eb3c7fcd3" providerId="ADAL" clId="{7F44DFDE-B5A0-447A-9CEC-A148D2571F49}" dt="2026-06-10T06:02:54.884" v="30" actId="2696"/>
        <pc:sldMasterMkLst>
          <pc:docMk/>
          <pc:sldMasterMk cId="152892856" sldId="2147483949"/>
        </pc:sldMasterMkLst>
      </pc:sldMasterChg>
      <pc:sldMasterChg chg="del">
        <pc:chgData name="El Kojok, Ammar" userId="bdc6100b-43ca-4867-9329-f18eb3c7fcd3" providerId="ADAL" clId="{7F44DFDE-B5A0-447A-9CEC-A148D2571F49}" dt="2026-06-10T06:02:55.629" v="31" actId="2696"/>
        <pc:sldMasterMkLst>
          <pc:docMk/>
          <pc:sldMasterMk cId="1264105168" sldId="2147483958"/>
        </pc:sldMasterMkLst>
      </pc:sldMasterChg>
      <pc:sldMasterChg chg="del">
        <pc:chgData name="El Kojok, Ammar" userId="bdc6100b-43ca-4867-9329-f18eb3c7fcd3" providerId="ADAL" clId="{7F44DFDE-B5A0-447A-9CEC-A148D2571F49}" dt="2026-06-10T06:02:56.214" v="32" actId="2696"/>
        <pc:sldMasterMkLst>
          <pc:docMk/>
          <pc:sldMasterMk cId="937588765" sldId="2147483983"/>
        </pc:sldMasterMkLst>
      </pc:sldMasterChg>
      <pc:sldMasterChg chg="del">
        <pc:chgData name="El Kojok, Ammar" userId="bdc6100b-43ca-4867-9329-f18eb3c7fcd3" providerId="ADAL" clId="{7F44DFDE-B5A0-447A-9CEC-A148D2571F49}" dt="2026-06-10T06:02:56.957" v="33" actId="2696"/>
        <pc:sldMasterMkLst>
          <pc:docMk/>
          <pc:sldMasterMk cId="2823385711" sldId="2147483995"/>
        </pc:sldMasterMkLst>
      </pc:sldMasterChg>
      <pc:sldMasterChg chg="del">
        <pc:chgData name="El Kojok, Ammar" userId="bdc6100b-43ca-4867-9329-f18eb3c7fcd3" providerId="ADAL" clId="{7F44DFDE-B5A0-447A-9CEC-A148D2571F49}" dt="2026-06-10T06:02:57.622" v="34" actId="2696"/>
        <pc:sldMasterMkLst>
          <pc:docMk/>
          <pc:sldMasterMk cId="3612458417" sldId="2147484009"/>
        </pc:sldMasterMkLst>
      </pc:sldMasterChg>
      <pc:sldMasterChg chg="del">
        <pc:chgData name="El Kojok, Ammar" userId="bdc6100b-43ca-4867-9329-f18eb3c7fcd3" providerId="ADAL" clId="{7F44DFDE-B5A0-447A-9CEC-A148D2571F49}" dt="2026-06-10T06:02:58.594" v="35" actId="2696"/>
        <pc:sldMasterMkLst>
          <pc:docMk/>
          <pc:sldMasterMk cId="1487351708" sldId="2147484035"/>
        </pc:sldMasterMkLst>
      </pc:sldMasterChg>
      <pc:sldMasterChg chg="del">
        <pc:chgData name="El Kojok, Ammar" userId="bdc6100b-43ca-4867-9329-f18eb3c7fcd3" providerId="ADAL" clId="{7F44DFDE-B5A0-447A-9CEC-A148D2571F49}" dt="2026-06-10T06:06:24.946" v="73" actId="2696"/>
        <pc:sldMasterMkLst>
          <pc:docMk/>
          <pc:sldMasterMk cId="1812918324" sldId="2147484086"/>
        </pc:sldMasterMkLst>
      </pc:sldMasterChg>
      <pc:sldMasterChg chg="del">
        <pc:chgData name="El Kojok, Ammar" userId="bdc6100b-43ca-4867-9329-f18eb3c7fcd3" providerId="ADAL" clId="{7F44DFDE-B5A0-447A-9CEC-A148D2571F49}" dt="2026-06-10T06:06:26.147" v="74" actId="2696"/>
        <pc:sldMasterMkLst>
          <pc:docMk/>
          <pc:sldMasterMk cId="3008402038" sldId="2147484103"/>
        </pc:sldMasterMkLst>
      </pc:sldMasterChg>
      <pc:sldMasterChg chg="del addSldLayout delSldLayout">
        <pc:chgData name="El Kojok, Ammar" userId="bdc6100b-43ca-4867-9329-f18eb3c7fcd3" providerId="ADAL" clId="{7F44DFDE-B5A0-447A-9CEC-A148D2571F49}" dt="2026-06-10T06:06:27.866" v="75" actId="2696"/>
        <pc:sldMasterMkLst>
          <pc:docMk/>
          <pc:sldMasterMk cId="784761024" sldId="2147484127"/>
        </pc:sldMasterMkLst>
        <pc:sldLayoutChg chg="add del">
          <pc:chgData name="El Kojok, Ammar" userId="bdc6100b-43ca-4867-9329-f18eb3c7fcd3" providerId="ADAL" clId="{7F44DFDE-B5A0-447A-9CEC-A148D2571F49}" dt="2026-06-10T06:04:57.250" v="72" actId="47"/>
          <pc:sldLayoutMkLst>
            <pc:docMk/>
            <pc:sldMasterMk cId="784761024" sldId="2147484127"/>
            <pc:sldLayoutMk cId="3711465927" sldId="2147484143"/>
          </pc:sldLayoutMkLst>
        </pc:sldLayoutChg>
      </pc:sldMasterChg>
      <pc:sldMasterChg chg="del">
        <pc:chgData name="El Kojok, Ammar" userId="bdc6100b-43ca-4867-9329-f18eb3c7fcd3" providerId="ADAL" clId="{7F44DFDE-B5A0-447A-9CEC-A148D2571F49}" dt="2026-06-10T06:06:28.468" v="76" actId="2696"/>
        <pc:sldMasterMkLst>
          <pc:docMk/>
          <pc:sldMasterMk cId="1124886875" sldId="2147484148"/>
        </pc:sldMasterMkLst>
      </pc:sldMasterChg>
      <pc:sldMasterChg chg="del addSldLayout delSldLayout">
        <pc:chgData name="El Kojok, Ammar" userId="bdc6100b-43ca-4867-9329-f18eb3c7fcd3" providerId="ADAL" clId="{7F44DFDE-B5A0-447A-9CEC-A148D2571F49}" dt="2026-06-10T06:06:29.071" v="77" actId="2696"/>
        <pc:sldMasterMkLst>
          <pc:docMk/>
          <pc:sldMasterMk cId="2253718467" sldId="2147484152"/>
        </pc:sldMasterMkLst>
        <pc:sldLayoutChg chg="add del">
          <pc:chgData name="El Kojok, Ammar" userId="bdc6100b-43ca-4867-9329-f18eb3c7fcd3" providerId="ADAL" clId="{7F44DFDE-B5A0-447A-9CEC-A148D2571F49}" dt="2026-06-10T06:04:57.250" v="72" actId="47"/>
          <pc:sldLayoutMkLst>
            <pc:docMk/>
            <pc:sldMasterMk cId="2253718467" sldId="2147484152"/>
            <pc:sldLayoutMk cId="4084433417" sldId="2147484163"/>
          </pc:sldLayoutMkLst>
        </pc:sldLayoutChg>
      </pc:sldMasterChg>
      <pc:sldMasterChg chg="del">
        <pc:chgData name="El Kojok, Ammar" userId="bdc6100b-43ca-4867-9329-f18eb3c7fcd3" providerId="ADAL" clId="{7F44DFDE-B5A0-447A-9CEC-A148D2571F49}" dt="2026-06-10T06:06:29.665" v="78" actId="2696"/>
        <pc:sldMasterMkLst>
          <pc:docMk/>
          <pc:sldMasterMk cId="1812918324" sldId="2147484154"/>
        </pc:sldMasterMkLst>
      </pc:sldMasterChg>
      <pc:sldMasterChg chg="del">
        <pc:chgData name="El Kojok, Ammar" userId="bdc6100b-43ca-4867-9329-f18eb3c7fcd3" providerId="ADAL" clId="{7F44DFDE-B5A0-447A-9CEC-A148D2571F49}" dt="2026-06-10T06:06:30.222" v="79" actId="2696"/>
        <pc:sldMasterMkLst>
          <pc:docMk/>
          <pc:sldMasterMk cId="1124886875" sldId="2147484156"/>
        </pc:sldMasterMkLst>
      </pc:sldMasterChg>
      <pc:sldMasterChg chg="del">
        <pc:chgData name="El Kojok, Ammar" userId="bdc6100b-43ca-4867-9329-f18eb3c7fcd3" providerId="ADAL" clId="{7F44DFDE-B5A0-447A-9CEC-A148D2571F49}" dt="2026-06-10T06:06:30.789" v="80" actId="2696"/>
        <pc:sldMasterMkLst>
          <pc:docMk/>
          <pc:sldMasterMk cId="2674789803" sldId="2147484160"/>
        </pc:sldMasterMkLst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 rtl="0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 rtl="0">
              <a:defRPr sz="1200"/>
            </a:lvl1pPr>
          </a:lstStyle>
          <a:p>
            <a:fld id="{674391B4-A7B8-4DA7-BE79-A26093C71E92}" type="datetimeFigureOut">
              <a:rPr lang="en-US" smtClean="0"/>
              <a:pPr/>
              <a:t>09-Jun-26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 rtl="0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 rtl="0">
              <a:defRPr sz="1200"/>
            </a:lvl1pPr>
          </a:lstStyle>
          <a:p>
            <a:fld id="{6B6B2782-2960-41E3-A120-70E9B22BE60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990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6.xml"/><Relationship Id="rId7" Type="http://schemas.openxmlformats.org/officeDocument/2006/relationships/image" Target="../media/image3.emf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oleObject" Target="../embeddings/oleObject2.bin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7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image" Target="../media/image4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3.bin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4" Type="http://schemas.openxmlformats.org/officeDocument/2006/relationships/image" Target="../media/image5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5" Type="http://schemas.openxmlformats.org/officeDocument/2006/relationships/image" Target="../media/image6.png"/><Relationship Id="rId4" Type="http://schemas.openxmlformats.org/officeDocument/2006/relationships/image" Target="../media/image5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5" Type="http://schemas.openxmlformats.org/officeDocument/2006/relationships/image" Target="../media/image6.png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17.xml"/><Relationship Id="rId7" Type="http://schemas.openxmlformats.org/officeDocument/2006/relationships/image" Target="../media/image3.emf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oleObject" Target="../embeddings/oleObject8.bin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18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9.xml"/><Relationship Id="rId5" Type="http://schemas.openxmlformats.org/officeDocument/2006/relationships/image" Target="../media/image2.png"/><Relationship Id="rId4" Type="http://schemas.openxmlformats.org/officeDocument/2006/relationships/image" Target="../media/image5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0.xml"/><Relationship Id="rId4" Type="http://schemas.openxmlformats.org/officeDocument/2006/relationships/image" Target="../media/image5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1.xml"/><Relationship Id="rId5" Type="http://schemas.openxmlformats.org/officeDocument/2006/relationships/image" Target="../media/image2.png"/><Relationship Id="rId4" Type="http://schemas.openxmlformats.org/officeDocument/2006/relationships/image" Target="../media/image5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image" Target="../media/image4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2.bin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3" Type="http://schemas.openxmlformats.org/officeDocument/2006/relationships/oleObject" Target="../embeddings/thmx_oleObject8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hmx_tag175.xml"/><Relationship Id="rId4" Type="http://schemas.openxmlformats.org/officeDocument/2006/relationships/image" Target="../media/thmx_image6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3" Type="http://schemas.openxmlformats.org/officeDocument/2006/relationships/oleObject" Target="../embeddings/thmx_oleObject8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hmx_tag176.xml"/><Relationship Id="rId4" Type="http://schemas.openxmlformats.org/officeDocument/2006/relationships/image" Target="../media/thmx_image6.emf"/></Relationships>
</file>

<file path=ppt/slideLayouts/_rels/slideLayout15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hmx_tag179.xml"/><Relationship Id="rId1" Type="http://schemas.openxmlformats.org/officeDocument/2006/relationships/tags" Target="../tags/thmx_tag178.xml"/><Relationship Id="rId5" Type="http://schemas.openxmlformats.org/officeDocument/2006/relationships/image" Target="../media/thmx_image1.emf"/><Relationship Id="rId4" Type="http://schemas.openxmlformats.org/officeDocument/2006/relationships/oleObject" Target="../embeddings/thmx_oleObject91.bin"/></Relationships>
</file>

<file path=ppt/slideLayouts/_rels/slideLayout16.xml.rels><?xml version='1.0' encoding='UTF-8' standalone='yes'?>
<Relationships xmlns="http://schemas.openxmlformats.org/package/2006/relationships"><Relationship Id="rId3" Type="http://schemas.openxmlformats.org/officeDocument/2006/relationships/oleObject" Target="../embeddings/thmx_oleObject9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hmx_tag180.xml"/><Relationship Id="rId5" Type="http://schemas.openxmlformats.org/officeDocument/2006/relationships/image" Target="../media/thmx_image9.png"/><Relationship Id="rId4" Type="http://schemas.openxmlformats.org/officeDocument/2006/relationships/image" Target="../media/thmx_image6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TP EN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3D46648A-A899-4021-936A-3944B2D2C3EE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7330011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473" imgH="470" progId="TCLayout.ActiveDocument.1">
                  <p:embed/>
                </p:oleObj>
              </mc:Choice>
              <mc:Fallback>
                <p:oleObj name="think-cell Slide" r:id="rId6" imgW="473" imgH="470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3D46648A-A899-4021-936A-3944B2D2C3E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D142F3EF-C055-4B8B-A675-BD44CF51FC4A}"/>
              </a:ext>
            </a:extLst>
          </p:cNvPr>
          <p:cNvSpPr/>
          <p:nvPr userDrawn="1"/>
        </p:nvSpPr>
        <p:spPr>
          <a:xfrm>
            <a:off x="0" y="3176"/>
            <a:ext cx="12191999" cy="68548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685818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45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BFAD6247-8AB8-4745-B5E0-8E16BD575AB0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</a:pPr>
            <a:endParaRPr lang="en-US" sz="3801" b="1" i="0" baseline="0">
              <a:solidFill>
                <a:schemeClr val="tx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5215EC0-3059-4576-8AAB-0DB22878BA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1001" y="381002"/>
            <a:ext cx="5334000" cy="1140617"/>
          </a:xfrm>
        </p:spPr>
        <p:txBody>
          <a:bodyPr vert="horz" lIns="0" rIns="0" anchor="t"/>
          <a:lstStyle>
            <a:lvl1pPr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3801">
                <a:solidFill>
                  <a:schemeClr val="tx2"/>
                </a:solidFill>
              </a:defRPr>
            </a:lvl1pPr>
          </a:lstStyle>
          <a:p>
            <a:r>
              <a:rPr lang="en-US"/>
              <a:t>What are you here </a:t>
            </a:r>
            <a:br>
              <a:rPr lang="en-US"/>
            </a:br>
            <a:r>
              <a:rPr lang="en-US"/>
              <a:t>to say? Set the tone.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46EB88D1-7DCF-4D2B-9BDA-B486D870D4B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1001" y="2665414"/>
            <a:ext cx="5334000" cy="1527175"/>
          </a:xfrm>
        </p:spPr>
        <p:txBody>
          <a:bodyPr lIns="0" rIns="0"/>
          <a:lstStyle>
            <a:lvl1pPr marL="0" indent="952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000" b="1">
                <a:solidFill>
                  <a:schemeClr val="bg2"/>
                </a:solidFill>
              </a:defRPr>
            </a:lvl1pPr>
            <a:lvl2pPr marL="0" marR="0" indent="9525" algn="l" defTabSz="914423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stem Font Regular"/>
              <a:buNone/>
              <a:tabLst/>
              <a:defRPr sz="2000"/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tabLst/>
              <a:defRPr sz="1801"/>
            </a:lvl3pPr>
            <a:lvl4pPr marL="0" indent="9525" algn="l">
              <a:spcBef>
                <a:spcPts val="0"/>
              </a:spcBef>
              <a:spcAft>
                <a:spcPts val="0"/>
              </a:spcAft>
              <a:buNone/>
              <a:tabLst/>
              <a:defRPr sz="1801"/>
            </a:lvl4pPr>
            <a:lvl5pPr marL="0" indent="-1819321" algn="l">
              <a:spcAft>
                <a:spcPts val="0"/>
              </a:spcAft>
              <a:buNone/>
              <a:tabLst/>
              <a:defRPr sz="1600"/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tabLst/>
              <a:defRPr sz="1801"/>
            </a:lvl6pPr>
            <a:lvl7pPr marL="2743269" indent="0" algn="ctr">
              <a:buNone/>
              <a:defRPr sz="1600"/>
            </a:lvl7pPr>
            <a:lvl8pPr marL="3200480" indent="0" algn="ctr">
              <a:buNone/>
              <a:defRPr sz="1600"/>
            </a:lvl8pPr>
            <a:lvl9pPr marL="3657691" indent="0" algn="ctr">
              <a:buNone/>
              <a:defRPr sz="1600"/>
            </a:lvl9pPr>
          </a:lstStyle>
          <a:p>
            <a:pPr lvl="0"/>
            <a:r>
              <a:rPr lang="en-US"/>
              <a:t>Add supporting detail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8087EB-4651-49DE-8775-EE5EC2760FBA}"/>
              </a:ext>
            </a:extLst>
          </p:cNvPr>
          <p:cNvSpPr txBox="1"/>
          <p:nvPr userDrawn="1"/>
        </p:nvSpPr>
        <p:spPr>
          <a:xfrm>
            <a:off x="1363700" y="6282971"/>
            <a:ext cx="2700300" cy="194027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685818" rtl="0" eaLnBrk="1" fontAlgn="auto" latinLnBrk="0" hangingPunct="1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Clr>
                <a:srgbClr val="F5F5F5"/>
              </a:buClr>
              <a:buSzTx/>
              <a:buFontTx/>
              <a:buNone/>
              <a:tabLst/>
              <a:defRPr/>
            </a:pPr>
            <a:r>
              <a:rPr kumimoji="0" lang="en-US" sz="1401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Restricted Access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D2C1DAE9-E530-4063-AF2B-969F963962FA}"/>
              </a:ext>
            </a:extLst>
          </p:cNvPr>
          <p:cNvSpPr>
            <a:spLocks noGrp="1"/>
          </p:cNvSpPr>
          <p:nvPr>
            <p:ph type="body" sz="quarter" idx="15" hasCustomPrompt="1"/>
            <p:custDataLst>
              <p:tags r:id="rId3"/>
            </p:custDataLst>
          </p:nvPr>
        </p:nvSpPr>
        <p:spPr>
          <a:xfrm>
            <a:off x="381001" y="4760371"/>
            <a:ext cx="3967917" cy="193899"/>
          </a:xfrm>
          <a:noFill/>
          <a:ln w="6350" cap="flat">
            <a:noFill/>
          </a:ln>
        </p:spPr>
        <p:txBody>
          <a:bodyPr vert="horz" wrap="square" lIns="0" tIns="0" rIns="0" bIns="0" rtlCol="0">
            <a:spAutoFit/>
          </a:bodyPr>
          <a:lstStyle>
            <a:lvl1pPr marL="180000" indent="-180000" rtl="0">
              <a:buNone/>
              <a:defRPr lang="en-US" sz="1400" baseline="0" smtClean="0">
                <a:solidFill>
                  <a:schemeClr val="accent4"/>
                </a:solidFill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r>
              <a:rPr lang="en-US"/>
              <a:t>Date here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D2BD6C6A-37C1-4785-B5E0-B6AF2F7751D4}"/>
              </a:ext>
            </a:extLst>
          </p:cNvPr>
          <p:cNvSpPr>
            <a:spLocks noGrp="1"/>
          </p:cNvSpPr>
          <p:nvPr>
            <p:ph type="body" sz="quarter" idx="12" hasCustomPrompt="1"/>
            <p:custDataLst>
              <p:tags r:id="rId4"/>
            </p:custDataLst>
          </p:nvPr>
        </p:nvSpPr>
        <p:spPr>
          <a:xfrm>
            <a:off x="381001" y="4545013"/>
            <a:ext cx="3966838" cy="193899"/>
          </a:xfrm>
          <a:noFill/>
          <a:ln w="6350" cap="flat">
            <a:noFill/>
          </a:ln>
        </p:spPr>
        <p:txBody>
          <a:bodyPr/>
          <a:lstStyle>
            <a:lvl1pPr marL="0" indent="0" rtl="0">
              <a:spcBef>
                <a:spcPts val="0"/>
              </a:spcBef>
              <a:buFontTx/>
              <a:buNone/>
              <a:defRPr sz="1400" baseline="0">
                <a:solidFill>
                  <a:schemeClr val="accent4"/>
                </a:solidFill>
              </a:defRPr>
            </a:lvl1pPr>
          </a:lstStyle>
          <a:p>
            <a:r>
              <a:rPr lang="en-US"/>
              <a:t>Report type here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97D2F0-453B-42AF-B934-A9E083C89226}"/>
              </a:ext>
            </a:extLst>
          </p:cNvPr>
          <p:cNvSpPr/>
          <p:nvPr userDrawn="1"/>
        </p:nvSpPr>
        <p:spPr>
          <a:xfrm>
            <a:off x="0" y="5877272"/>
            <a:ext cx="1091444" cy="9807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t"/>
          <a:lstStyle/>
          <a:p>
            <a:pPr algn="l" rtl="0">
              <a:lnSpc>
                <a:spcPct val="90000"/>
              </a:lnSpc>
            </a:pPr>
            <a:endParaRPr lang="en-US" sz="1400">
              <a:solidFill>
                <a:schemeClr val="tx1"/>
              </a:solidFill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D086DF5-95A5-4018-AFDD-2D4DE9BF2532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00056" y="1383360"/>
            <a:ext cx="4715790" cy="4091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07690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TP EN End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4296CD57-C0DB-43A8-8C5C-A53954983973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06735762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3" imgH="473" progId="TCLayout.ActiveDocument.1">
                  <p:embed/>
                </p:oleObj>
              </mc:Choice>
              <mc:Fallback>
                <p:oleObj name="think-cell Slide" r:id="rId4" imgW="473" imgH="47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4296CD57-C0DB-43A8-8C5C-A5395498397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EAA6B304-33F4-893B-1878-3C1273F7D62B}"/>
              </a:ext>
            </a:extLst>
          </p:cNvPr>
          <p:cNvSpPr/>
          <p:nvPr userDrawn="1"/>
        </p:nvSpPr>
        <p:spPr>
          <a:xfrm>
            <a:off x="0" y="3176"/>
            <a:ext cx="12191999" cy="68548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685818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45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E8ACE1FC-CF60-490B-908F-384F3BB01527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</a:pPr>
            <a:endParaRPr lang="en-US" sz="2000" b="1" i="0" baseline="0">
              <a:solidFill>
                <a:schemeClr val="tx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5DD4C26-2D77-4E3E-A00F-E13EDEA8A973}"/>
              </a:ext>
            </a:extLst>
          </p:cNvPr>
          <p:cNvSpPr txBox="1"/>
          <p:nvPr userDrawn="1"/>
        </p:nvSpPr>
        <p:spPr>
          <a:xfrm>
            <a:off x="4727848" y="6273318"/>
            <a:ext cx="2700300" cy="194027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685818" rtl="0" eaLnBrk="1" fontAlgn="auto" latinLnBrk="0" hangingPunct="1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Clr>
                <a:srgbClr val="F5F5F5"/>
              </a:buClr>
              <a:buSzTx/>
              <a:buFontTx/>
              <a:buNone/>
              <a:tabLst/>
              <a:defRPr/>
            </a:pPr>
            <a:r>
              <a:rPr kumimoji="0" lang="en-US" sz="1401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Restricted Access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958E7A4-6B70-4B96-BDE2-8482924DC05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63752" y="1492369"/>
            <a:ext cx="4464496" cy="3873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26787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TP EN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B2821F2A-CECE-4222-9218-8B9B58EAAD28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0164346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6" progId="TCLayout.ActiveDocument.1">
                  <p:embed/>
                </p:oleObj>
              </mc:Choice>
              <mc:Fallback>
                <p:oleObj name="think-cell Slide" r:id="rId3" imgW="473" imgH="47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B2821F2A-CECE-4222-9218-8B9B58EAAD2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11171A1-783E-47BF-ADBA-51248DF70A96}"/>
              </a:ext>
            </a:extLst>
          </p:cNvPr>
          <p:cNvSpPr txBox="1"/>
          <p:nvPr userDrawn="1"/>
        </p:nvSpPr>
        <p:spPr>
          <a:xfrm>
            <a:off x="111062" y="6595256"/>
            <a:ext cx="265176" cy="138499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none" lIns="0" tIns="0" rIns="0" bIns="0" rtlCol="0" anchor="b" anchorCtr="0">
            <a:noAutofit/>
          </a:bodyPr>
          <a:lstStyle/>
          <a:p>
            <a:pPr algn="r" rtl="0"/>
            <a:fld id="{6CE8C368-3382-4C28-AE75-DF7C05ACA19D}" type="slidenum">
              <a:rPr lang="en-US" sz="1200" b="1">
                <a:solidFill>
                  <a:schemeClr val="tx2">
                    <a:lumMod val="75000"/>
                  </a:schemeClr>
                </a:solidFill>
              </a:rPr>
              <a:pPr algn="r" rtl="0"/>
              <a:t>‹#›</a:t>
            </a:fld>
            <a:endParaRPr lang="en-US" sz="1200" b="1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1" name="Title 3">
            <a:extLst>
              <a:ext uri="{FF2B5EF4-FFF2-40B4-BE49-F238E27FC236}">
                <a16:creationId xmlns:a16="http://schemas.microsoft.com/office/drawing/2014/main" id="{8117A900-B032-4BED-9115-F1FFCFCECF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4"/>
            <a:ext cx="2286000" cy="2215991"/>
          </a:xfrm>
        </p:spPr>
        <p:txBody>
          <a:bodyPr vert="horz" rIns="0"/>
          <a:lstStyle>
            <a:lvl1pPr rtl="0">
              <a:defRPr/>
            </a:lvl1pPr>
          </a:lstStyle>
          <a:p>
            <a:r>
              <a:rPr lang="en-US"/>
              <a:t>Key message. </a:t>
            </a:r>
            <a:br>
              <a:rPr lang="en-US"/>
            </a:br>
            <a:r>
              <a:rPr lang="en-US"/>
              <a:t>If the audience reads just this, it will be enough. Make every word count. Say it like you would in the room.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8DD2205-27B3-420E-A514-F9946F0E634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81000" y="3810000"/>
            <a:ext cx="2286000" cy="740664"/>
          </a:xfrm>
        </p:spPr>
        <p:txBody>
          <a:bodyPr/>
          <a:lstStyle>
            <a:lvl1pPr rtl="0"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Sub-title</a:t>
            </a:r>
          </a:p>
        </p:txBody>
      </p:sp>
      <p:sp>
        <p:nvSpPr>
          <p:cNvPr id="13" name="Text Placeholder 20">
            <a:extLst>
              <a:ext uri="{FF2B5EF4-FFF2-40B4-BE49-F238E27FC236}">
                <a16:creationId xmlns:a16="http://schemas.microsoft.com/office/drawing/2014/main" id="{98AC443E-CF7B-4EF7-B905-08C17706F1D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81000" y="4550664"/>
            <a:ext cx="2285999" cy="912345"/>
          </a:xfrm>
        </p:spPr>
        <p:txBody>
          <a:bodyPr anchor="b"/>
          <a:lstStyle>
            <a:lvl1pPr rtl="0">
              <a:defRPr sz="80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pPr marL="0" lvl="0" indent="0" algn="l" defTabSz="685818" rtl="0" eaLnBrk="1" latinLnBrk="0" hangingPunct="1">
              <a:lnSpc>
                <a:spcPct val="90000"/>
              </a:lnSpc>
              <a:spcBef>
                <a:spcPts val="450"/>
              </a:spcBef>
              <a:spcAft>
                <a:spcPts val="450"/>
              </a:spcAft>
              <a:buFont typeface="Arial" panose="020B0604020202020204" pitchFamily="34" charset="0"/>
              <a:buNone/>
            </a:pPr>
            <a:r>
              <a:rPr lang="en-US" sz="800" kern="1200" noProof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Source: TETP</a:t>
            </a:r>
          </a:p>
        </p:txBody>
      </p:sp>
    </p:spTree>
    <p:extLst>
      <p:ext uri="{BB962C8B-B14F-4D97-AF65-F5344CB8AC3E}">
        <p14:creationId xmlns:p14="http://schemas.microsoft.com/office/powerpoint/2010/main" val="46078626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TP EN Horizont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Object 14" hidden="1">
            <a:extLst>
              <a:ext uri="{FF2B5EF4-FFF2-40B4-BE49-F238E27FC236}">
                <a16:creationId xmlns:a16="http://schemas.microsoft.com/office/drawing/2014/main" id="{26EB0273-2213-41E9-9608-9923C098D285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572029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15" name="Object 14" hidden="1">
                        <a:extLst>
                          <a:ext uri="{FF2B5EF4-FFF2-40B4-BE49-F238E27FC236}">
                            <a16:creationId xmlns:a16="http://schemas.microsoft.com/office/drawing/2014/main" id="{26EB0273-2213-41E9-9608-9923C098D28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17">
            <a:extLst>
              <a:ext uri="{FF2B5EF4-FFF2-40B4-BE49-F238E27FC236}">
                <a16:creationId xmlns:a16="http://schemas.microsoft.com/office/drawing/2014/main" id="{CB0DB22E-3512-4E7D-BFF2-2B6D8C2E75DA}"/>
              </a:ext>
            </a:extLst>
          </p:cNvPr>
          <p:cNvSpPr/>
          <p:nvPr userDrawn="1"/>
        </p:nvSpPr>
        <p:spPr>
          <a:xfrm>
            <a:off x="379014" y="5085184"/>
            <a:ext cx="3618059" cy="17728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t"/>
          <a:lstStyle/>
          <a:p>
            <a:pPr algn="l" rtl="0">
              <a:lnSpc>
                <a:spcPct val="90000"/>
              </a:lnSpc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8ABDD21-FDB5-4BC7-A352-997226C5AD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9709" y="389713"/>
            <a:ext cx="9666731" cy="553998"/>
          </a:xfrm>
        </p:spPr>
        <p:txBody>
          <a:bodyPr vert="horz" wrap="square" lIns="0" tIns="0" rIns="0" bIns="0" anchorCtr="0">
            <a:spAutoFit/>
          </a:bodyPr>
          <a:lstStyle>
            <a:lvl1pPr rtl="0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Key message. If the audience reads just this, it will be enough. Make every word count. Say it like you would in the room.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F458D9-158C-4B17-A32C-A238A1EBE3F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9709" y="1376771"/>
            <a:ext cx="11421050" cy="5091517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2B08E56-B33F-4C9A-A715-9D9C1B3665E0}"/>
              </a:ext>
            </a:extLst>
          </p:cNvPr>
          <p:cNvSpPr txBox="1"/>
          <p:nvPr userDrawn="1"/>
        </p:nvSpPr>
        <p:spPr>
          <a:xfrm>
            <a:off x="10524492" y="6581406"/>
            <a:ext cx="1286508" cy="152349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r" defTabSz="685818" rtl="0" eaLnBrk="1" fontAlgn="auto" latinLnBrk="0" hangingPunct="1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Clr>
                <a:srgbClr val="F5F5F5"/>
              </a:buClr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Restricted Access</a:t>
            </a:r>
          </a:p>
        </p:txBody>
      </p:sp>
      <p:sp>
        <p:nvSpPr>
          <p:cNvPr id="16" name="Text Placeholder 20">
            <a:extLst>
              <a:ext uri="{FF2B5EF4-FFF2-40B4-BE49-F238E27FC236}">
                <a16:creationId xmlns:a16="http://schemas.microsoft.com/office/drawing/2014/main" id="{B12F34E5-DC14-4D39-8A85-EBF61158EF9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89709" y="6496471"/>
            <a:ext cx="5321345" cy="237284"/>
          </a:xfrm>
        </p:spPr>
        <p:txBody>
          <a:bodyPr anchor="b"/>
          <a:lstStyle>
            <a:lvl1pPr rtl="0">
              <a:defRPr sz="800"/>
            </a:lvl1pPr>
          </a:lstStyle>
          <a:p>
            <a:pPr lvl="0"/>
            <a:r>
              <a:rPr lang="en-US"/>
              <a:t>Source: TETP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A5CA868-15DC-BDC1-C4AF-76252A701A0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426116" y="445591"/>
            <a:ext cx="1646548" cy="391121"/>
          </a:xfrm>
          <a:prstGeom prst="rect">
            <a:avLst/>
          </a:prstGeom>
        </p:spPr>
      </p:pic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70578C7-F741-CC7A-2B62-CF6F39A287C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89709" y="1051935"/>
            <a:ext cx="11421050" cy="216613"/>
          </a:xfrm>
        </p:spPr>
        <p:txBody>
          <a:bodyPr/>
          <a:lstStyle>
            <a:lvl1pPr rtl="0">
              <a:defRPr b="1"/>
            </a:lvl1pPr>
          </a:lstStyle>
          <a:p>
            <a:pPr lvl="0"/>
            <a:r>
              <a:rPr lang="en-US"/>
              <a:t>Sub-Header</a:t>
            </a:r>
          </a:p>
        </p:txBody>
      </p:sp>
    </p:spTree>
    <p:extLst>
      <p:ext uri="{BB962C8B-B14F-4D97-AF65-F5344CB8AC3E}">
        <p14:creationId xmlns:p14="http://schemas.microsoft.com/office/powerpoint/2010/main" val="278552590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TP EN 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56177A8C-B67C-4D2A-A26D-8697D705277F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7336669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56177A8C-B67C-4D2A-A26D-8697D70527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E09CDDE7-030D-4A48-89AA-8A4AC417069A}"/>
              </a:ext>
            </a:extLst>
          </p:cNvPr>
          <p:cNvSpPr/>
          <p:nvPr userDrawn="1"/>
        </p:nvSpPr>
        <p:spPr>
          <a:xfrm>
            <a:off x="3176" y="3176"/>
            <a:ext cx="12188824" cy="68548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685818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45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FCAA8CDD-85D5-455D-B49F-664C5742604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6238" y="757709"/>
            <a:ext cx="11434763" cy="5335587"/>
          </a:xfrm>
        </p:spPr>
        <p:txBody>
          <a:bodyPr/>
          <a:lstStyle>
            <a:lvl1pPr marL="857272" marR="0" indent="-857272" algn="l" defTabSz="685818" rtl="0" eaLnBrk="1" fontAlgn="auto" latinLnBrk="0" hangingPunct="1">
              <a:lnSpc>
                <a:spcPct val="90000"/>
              </a:lnSpc>
              <a:spcBef>
                <a:spcPts val="674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 sz="3600" b="1">
                <a:solidFill>
                  <a:schemeClr val="bg2"/>
                </a:solidFill>
              </a:defRPr>
            </a:lvl1pPr>
            <a:lvl2pPr marL="716774" indent="-715583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/>
              <a:defRPr sz="4500" b="1">
                <a:solidFill>
                  <a:schemeClr val="tx2"/>
                </a:solidFill>
              </a:defRPr>
            </a:lvl2pPr>
            <a:lvl3pPr marL="716774" indent="-715583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/>
              <a:defRPr sz="4500" b="1">
                <a:solidFill>
                  <a:schemeClr val="tx2"/>
                </a:solidFill>
              </a:defRPr>
            </a:lvl3pPr>
            <a:lvl4pPr marL="716774" indent="-715583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/>
              <a:defRPr sz="4500" b="1">
                <a:solidFill>
                  <a:schemeClr val="tx2"/>
                </a:solidFill>
              </a:defRPr>
            </a:lvl4pPr>
            <a:lvl5pPr marL="716774" indent="-715583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/>
              <a:defRPr sz="45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Chapter heading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C6672E-B846-4B83-92D7-240878B7638E}"/>
              </a:ext>
            </a:extLst>
          </p:cNvPr>
          <p:cNvSpPr txBox="1"/>
          <p:nvPr userDrawn="1"/>
        </p:nvSpPr>
        <p:spPr>
          <a:xfrm>
            <a:off x="111062" y="6595256"/>
            <a:ext cx="265176" cy="138499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none" lIns="0" tIns="0" rIns="0" bIns="0" rtlCol="0" anchor="b" anchorCtr="0">
            <a:noAutofit/>
          </a:bodyPr>
          <a:lstStyle/>
          <a:p>
            <a:pPr algn="r" rtl="0"/>
            <a:fld id="{6CE8C368-3382-4C28-AE75-DF7C05ACA19D}" type="slidenum">
              <a:rPr lang="en-US" sz="1200" b="1">
                <a:solidFill>
                  <a:schemeClr val="tx2"/>
                </a:solidFill>
              </a:rPr>
              <a:pPr algn="r" rtl="0"/>
              <a:t>‹#›</a:t>
            </a:fld>
            <a:endParaRPr lang="en-US" sz="1200" b="1">
              <a:solidFill>
                <a:schemeClr val="tx2"/>
              </a:solidFill>
            </a:endParaRPr>
          </a:p>
        </p:txBody>
      </p:sp>
      <p:sp>
        <p:nvSpPr>
          <p:cNvPr id="3" name="Text Placeholder 20">
            <a:extLst>
              <a:ext uri="{FF2B5EF4-FFF2-40B4-BE49-F238E27FC236}">
                <a16:creationId xmlns:a16="http://schemas.microsoft.com/office/drawing/2014/main" id="{523B0B78-0BFE-97C6-A672-53911AE99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89709" y="6496471"/>
            <a:ext cx="5321345" cy="237284"/>
          </a:xfrm>
        </p:spPr>
        <p:txBody>
          <a:bodyPr anchor="b"/>
          <a:lstStyle>
            <a:lvl1pPr rtl="0">
              <a:defRPr sz="800"/>
            </a:lvl1pPr>
          </a:lstStyle>
          <a:p>
            <a:pPr lvl="0"/>
            <a:r>
              <a:rPr lang="en-US"/>
              <a:t>Source: TETP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CD2B9F-4885-599C-BBC9-2C320F8D6A8D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426116" y="445591"/>
            <a:ext cx="1646548" cy="39112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04B9F11-D8B6-BE3A-442D-9E668FBB0859}"/>
              </a:ext>
            </a:extLst>
          </p:cNvPr>
          <p:cNvSpPr txBox="1"/>
          <p:nvPr userDrawn="1"/>
        </p:nvSpPr>
        <p:spPr>
          <a:xfrm>
            <a:off x="10524492" y="6581406"/>
            <a:ext cx="1286508" cy="152349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r" defTabSz="685818" rtl="0" eaLnBrk="1" fontAlgn="auto" latinLnBrk="0" hangingPunct="1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Clr>
                <a:srgbClr val="F5F5F5"/>
              </a:buClr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Restricted Access</a:t>
            </a:r>
          </a:p>
        </p:txBody>
      </p:sp>
    </p:spTree>
    <p:extLst>
      <p:ext uri="{BB962C8B-B14F-4D97-AF65-F5344CB8AC3E}">
        <p14:creationId xmlns:p14="http://schemas.microsoft.com/office/powerpoint/2010/main" val="36362695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TP AR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3D46648A-A899-4021-936A-3944B2D2C3EE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5871321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473" imgH="470" progId="TCLayout.ActiveDocument.1">
                  <p:embed/>
                </p:oleObj>
              </mc:Choice>
              <mc:Fallback>
                <p:oleObj name="think-cell Slide" r:id="rId6" imgW="473" imgH="470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3D46648A-A899-4021-936A-3944B2D2C3E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D142F3EF-C055-4B8B-A675-BD44CF51FC4A}"/>
              </a:ext>
            </a:extLst>
          </p:cNvPr>
          <p:cNvSpPr/>
          <p:nvPr userDrawn="1"/>
        </p:nvSpPr>
        <p:spPr>
          <a:xfrm>
            <a:off x="0" y="3176"/>
            <a:ext cx="12191999" cy="68548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685818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45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BFAD6247-8AB8-4745-B5E0-8E16BD575AB0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</a:pPr>
            <a:endParaRPr lang="en-US" sz="3801" b="1" i="0" baseline="0">
              <a:solidFill>
                <a:schemeClr val="tx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5215EC0-3059-4576-8AAB-0DB22878BA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77001" y="381002"/>
            <a:ext cx="5334000" cy="1140617"/>
          </a:xfrm>
        </p:spPr>
        <p:txBody>
          <a:bodyPr vert="horz" lIns="0" rIns="0" anchor="t"/>
          <a:lstStyle>
            <a:lvl1pPr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3801">
                <a:solidFill>
                  <a:schemeClr val="tx2"/>
                </a:solidFill>
              </a:defRPr>
            </a:lvl1pPr>
          </a:lstStyle>
          <a:p>
            <a:r>
              <a:rPr lang="en-US"/>
              <a:t>What are you here </a:t>
            </a:r>
            <a:br>
              <a:rPr lang="en-US"/>
            </a:br>
            <a:r>
              <a:rPr lang="en-US"/>
              <a:t>to say? Set the tone.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46EB88D1-7DCF-4D2B-9BDA-B486D870D4B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477001" y="2665414"/>
            <a:ext cx="5334000" cy="1527175"/>
          </a:xfrm>
        </p:spPr>
        <p:txBody>
          <a:bodyPr lIns="0" rIns="0"/>
          <a:lstStyle>
            <a:lvl1pPr marL="0" indent="9525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000" b="1">
                <a:solidFill>
                  <a:schemeClr val="bg2"/>
                </a:solidFill>
              </a:defRPr>
            </a:lvl1pPr>
            <a:lvl2pPr marL="0" marR="0" indent="9525" algn="r" defTabSz="914423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stem Font Regular"/>
              <a:buNone/>
              <a:tabLst/>
              <a:defRPr sz="2000"/>
            </a:lvl2pPr>
            <a:lvl3pPr marL="0" indent="0" algn="r">
              <a:spcBef>
                <a:spcPts val="0"/>
              </a:spcBef>
              <a:spcAft>
                <a:spcPts val="0"/>
              </a:spcAft>
              <a:buNone/>
              <a:tabLst/>
              <a:defRPr sz="1801"/>
            </a:lvl3pPr>
            <a:lvl4pPr marL="0" indent="9525" algn="r">
              <a:spcBef>
                <a:spcPts val="0"/>
              </a:spcBef>
              <a:spcAft>
                <a:spcPts val="0"/>
              </a:spcAft>
              <a:buNone/>
              <a:tabLst/>
              <a:defRPr sz="1801"/>
            </a:lvl4pPr>
            <a:lvl5pPr marL="0" indent="-1819321" algn="r">
              <a:spcAft>
                <a:spcPts val="0"/>
              </a:spcAft>
              <a:buNone/>
              <a:tabLst/>
              <a:defRPr sz="1600"/>
            </a:lvl5pPr>
            <a:lvl6pPr marL="0" indent="0" algn="r">
              <a:spcBef>
                <a:spcPts val="0"/>
              </a:spcBef>
              <a:spcAft>
                <a:spcPts val="0"/>
              </a:spcAft>
              <a:buNone/>
              <a:tabLst/>
              <a:defRPr sz="1801"/>
            </a:lvl6pPr>
            <a:lvl7pPr marL="2743269" indent="0" algn="ctr">
              <a:buNone/>
              <a:defRPr sz="1600"/>
            </a:lvl7pPr>
            <a:lvl8pPr marL="3200480" indent="0" algn="ctr">
              <a:buNone/>
              <a:defRPr sz="1600"/>
            </a:lvl8pPr>
            <a:lvl9pPr marL="3657691" indent="0" algn="ctr">
              <a:buNone/>
              <a:defRPr sz="1600"/>
            </a:lvl9pPr>
          </a:lstStyle>
          <a:p>
            <a:pPr lvl="0"/>
            <a:r>
              <a:rPr lang="en-US"/>
              <a:t>Add supporting detail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8087EB-4651-49DE-8775-EE5EC2760FBA}"/>
              </a:ext>
            </a:extLst>
          </p:cNvPr>
          <p:cNvSpPr txBox="1"/>
          <p:nvPr userDrawn="1"/>
        </p:nvSpPr>
        <p:spPr>
          <a:xfrm>
            <a:off x="8339571" y="6282971"/>
            <a:ext cx="2700300" cy="194027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685818" rtl="0" eaLnBrk="1" fontAlgn="auto" latinLnBrk="0" hangingPunct="1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Clr>
                <a:srgbClr val="F5F5F5"/>
              </a:buClr>
              <a:buSzTx/>
              <a:buFontTx/>
              <a:buNone/>
              <a:tabLst/>
              <a:defRPr/>
            </a:pPr>
            <a:r>
              <a:rPr kumimoji="0" lang="en-US" sz="1401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محظور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D2C1DAE9-E530-4063-AF2B-969F963962FA}"/>
              </a:ext>
            </a:extLst>
          </p:cNvPr>
          <p:cNvSpPr>
            <a:spLocks noGrp="1"/>
          </p:cNvSpPr>
          <p:nvPr>
            <p:ph type="body" sz="quarter" idx="15" hasCustomPrompt="1"/>
            <p:custDataLst>
              <p:tags r:id="rId3"/>
            </p:custDataLst>
          </p:nvPr>
        </p:nvSpPr>
        <p:spPr>
          <a:xfrm>
            <a:off x="7843084" y="4760371"/>
            <a:ext cx="3967917" cy="193899"/>
          </a:xfrm>
          <a:noFill/>
          <a:ln w="6350" cap="flat">
            <a:noFill/>
          </a:ln>
        </p:spPr>
        <p:txBody>
          <a:bodyPr vert="horz" wrap="square" lIns="0" tIns="0" rIns="0" bIns="0" rtlCol="0">
            <a:spAutoFit/>
          </a:bodyPr>
          <a:lstStyle>
            <a:lvl1pPr marL="180000" indent="-180000" rtl="0">
              <a:buNone/>
              <a:defRPr lang="en-US" sz="1400" baseline="0" smtClean="0">
                <a:solidFill>
                  <a:schemeClr val="accent4"/>
                </a:solidFill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r>
              <a:rPr lang="en-US"/>
              <a:t>Date here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D2BD6C6A-37C1-4785-B5E0-B6AF2F7751D4}"/>
              </a:ext>
            </a:extLst>
          </p:cNvPr>
          <p:cNvSpPr>
            <a:spLocks noGrp="1"/>
          </p:cNvSpPr>
          <p:nvPr>
            <p:ph type="body" sz="quarter" idx="12" hasCustomPrompt="1"/>
            <p:custDataLst>
              <p:tags r:id="rId4"/>
            </p:custDataLst>
          </p:nvPr>
        </p:nvSpPr>
        <p:spPr>
          <a:xfrm>
            <a:off x="7843084" y="4545013"/>
            <a:ext cx="3966838" cy="193899"/>
          </a:xfrm>
          <a:noFill/>
          <a:ln w="6350" cap="flat">
            <a:noFill/>
          </a:ln>
        </p:spPr>
        <p:txBody>
          <a:bodyPr/>
          <a:lstStyle>
            <a:lvl1pPr marL="0" indent="0" rtl="0">
              <a:spcBef>
                <a:spcPts val="0"/>
              </a:spcBef>
              <a:buFontTx/>
              <a:buNone/>
              <a:defRPr sz="1400" baseline="0">
                <a:solidFill>
                  <a:schemeClr val="accent4"/>
                </a:solidFill>
              </a:defRPr>
            </a:lvl1pPr>
          </a:lstStyle>
          <a:p>
            <a:r>
              <a:rPr lang="en-US"/>
              <a:t>Report type here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97D2F0-453B-42AF-B934-A9E083C89226}"/>
              </a:ext>
            </a:extLst>
          </p:cNvPr>
          <p:cNvSpPr/>
          <p:nvPr userDrawn="1"/>
        </p:nvSpPr>
        <p:spPr>
          <a:xfrm>
            <a:off x="6096000" y="5877272"/>
            <a:ext cx="1091444" cy="9807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t"/>
          <a:lstStyle/>
          <a:p>
            <a:pPr algn="l" rtl="0">
              <a:lnSpc>
                <a:spcPct val="90000"/>
              </a:lnSpc>
            </a:pPr>
            <a:endParaRPr lang="en-US" sz="1400">
              <a:solidFill>
                <a:schemeClr val="tx1"/>
              </a:solidFill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D086DF5-95A5-4018-AFDD-2D4DE9BF2532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2884" y="1383360"/>
            <a:ext cx="4715790" cy="4091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02886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TP AR 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Object 14" hidden="1">
            <a:extLst>
              <a:ext uri="{FF2B5EF4-FFF2-40B4-BE49-F238E27FC236}">
                <a16:creationId xmlns:a16="http://schemas.microsoft.com/office/drawing/2014/main" id="{26EB0273-2213-41E9-9608-9923C098D285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2402662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15" name="Object 14" hidden="1">
                        <a:extLst>
                          <a:ext uri="{FF2B5EF4-FFF2-40B4-BE49-F238E27FC236}">
                            <a16:creationId xmlns:a16="http://schemas.microsoft.com/office/drawing/2014/main" id="{26EB0273-2213-41E9-9608-9923C098D28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17">
            <a:extLst>
              <a:ext uri="{FF2B5EF4-FFF2-40B4-BE49-F238E27FC236}">
                <a16:creationId xmlns:a16="http://schemas.microsoft.com/office/drawing/2014/main" id="{CB0DB22E-3512-4E7D-BFF2-2B6D8C2E75DA}"/>
              </a:ext>
            </a:extLst>
          </p:cNvPr>
          <p:cNvSpPr/>
          <p:nvPr userDrawn="1"/>
        </p:nvSpPr>
        <p:spPr>
          <a:xfrm>
            <a:off x="379014" y="5085184"/>
            <a:ext cx="3618059" cy="17728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t"/>
          <a:lstStyle/>
          <a:p>
            <a:pPr algn="l" rtl="0">
              <a:lnSpc>
                <a:spcPct val="90000"/>
              </a:lnSpc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2B08E56-B33F-4C9A-A715-9D9C1B3665E0}"/>
              </a:ext>
            </a:extLst>
          </p:cNvPr>
          <p:cNvSpPr txBox="1"/>
          <p:nvPr userDrawn="1"/>
        </p:nvSpPr>
        <p:spPr>
          <a:xfrm>
            <a:off x="389709" y="6581406"/>
            <a:ext cx="1286508" cy="152349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685818" rtl="0" eaLnBrk="1" fontAlgn="auto" latinLnBrk="0" hangingPunct="1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Clr>
                <a:srgbClr val="F5F5F5"/>
              </a:buClr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محظور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DC88E31-AF2B-78D7-27B0-FEC00986D7AC}"/>
              </a:ext>
            </a:extLst>
          </p:cNvPr>
          <p:cNvSpPr txBox="1"/>
          <p:nvPr userDrawn="1"/>
        </p:nvSpPr>
        <p:spPr>
          <a:xfrm>
            <a:off x="11815762" y="6595256"/>
            <a:ext cx="265176" cy="138499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none" lIns="0" tIns="0" rIns="0" bIns="0" rtlCol="0" anchor="b" anchorCtr="0">
            <a:noAutofit/>
          </a:bodyPr>
          <a:lstStyle/>
          <a:p>
            <a:pPr algn="l" rtl="0"/>
            <a:fld id="{6CE8C368-3382-4C28-AE75-DF7C05ACA19D}" type="slidenum">
              <a:rPr lang="en-US" sz="1200" b="1">
                <a:solidFill>
                  <a:schemeClr val="tx1"/>
                </a:solidFill>
              </a:rPr>
              <a:pPr algn="l" rtl="0"/>
              <a:t>‹#›</a:t>
            </a:fld>
            <a:endParaRPr lang="en-US" sz="1200" b="1">
              <a:solidFill>
                <a:schemeClr val="tx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EFE7C36-4246-DC69-BF30-38D550B4782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1000" y="391355"/>
            <a:ext cx="2286000" cy="543016"/>
          </a:xfrm>
          <a:prstGeom prst="rect">
            <a:avLst/>
          </a:prstGeom>
        </p:spPr>
      </p:pic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A8CAA18-4FEF-7F99-37BD-70857FFF2F6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6238" y="910114"/>
            <a:ext cx="11434763" cy="5335587"/>
          </a:xfrm>
        </p:spPr>
        <p:txBody>
          <a:bodyPr/>
          <a:lstStyle>
            <a:lvl1pPr marL="857272" marR="0" indent="-857272" algn="r" defTabSz="685818" rtl="1" eaLnBrk="1" fontAlgn="auto" latinLnBrk="0" hangingPunct="1">
              <a:lnSpc>
                <a:spcPct val="90000"/>
              </a:lnSpc>
              <a:spcBef>
                <a:spcPts val="674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 sz="3600" b="1">
                <a:solidFill>
                  <a:schemeClr val="bg2"/>
                </a:solidFill>
              </a:defRPr>
            </a:lvl1pPr>
            <a:lvl2pPr marL="716774" indent="-715583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/>
              <a:defRPr sz="4500" b="1">
                <a:solidFill>
                  <a:schemeClr val="tx2"/>
                </a:solidFill>
              </a:defRPr>
            </a:lvl2pPr>
            <a:lvl3pPr marL="716774" indent="-715583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/>
              <a:defRPr sz="4500" b="1">
                <a:solidFill>
                  <a:schemeClr val="tx2"/>
                </a:solidFill>
              </a:defRPr>
            </a:lvl3pPr>
            <a:lvl4pPr marL="716774" indent="-715583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/>
              <a:defRPr sz="4500" b="1">
                <a:solidFill>
                  <a:schemeClr val="tx2"/>
                </a:solidFill>
              </a:defRPr>
            </a:lvl4pPr>
            <a:lvl5pPr marL="716774" indent="-715583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/>
              <a:defRPr sz="45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Chapter heading</a:t>
            </a:r>
          </a:p>
        </p:txBody>
      </p:sp>
    </p:spTree>
    <p:extLst>
      <p:ext uri="{BB962C8B-B14F-4D97-AF65-F5344CB8AC3E}">
        <p14:creationId xmlns:p14="http://schemas.microsoft.com/office/powerpoint/2010/main" val="1868595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TP AR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B2821F2A-CECE-4222-9218-8B9B58EAAD28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560771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6" progId="TCLayout.ActiveDocument.1">
                  <p:embed/>
                </p:oleObj>
              </mc:Choice>
              <mc:Fallback>
                <p:oleObj name="think-cell Slide" r:id="rId3" imgW="473" imgH="47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B2821F2A-CECE-4222-9218-8B9B58EAAD2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itle 3">
            <a:extLst>
              <a:ext uri="{FF2B5EF4-FFF2-40B4-BE49-F238E27FC236}">
                <a16:creationId xmlns:a16="http://schemas.microsoft.com/office/drawing/2014/main" id="{8117A900-B032-4BED-9115-F1FFCFCECF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0" y="381004"/>
            <a:ext cx="2286000" cy="2215991"/>
          </a:xfrm>
        </p:spPr>
        <p:txBody>
          <a:bodyPr vert="horz" rIns="0"/>
          <a:lstStyle>
            <a:lvl1pPr rtl="0">
              <a:defRPr/>
            </a:lvl1pPr>
          </a:lstStyle>
          <a:p>
            <a:r>
              <a:rPr lang="en-US"/>
              <a:t>Key message. </a:t>
            </a:r>
            <a:br>
              <a:rPr lang="en-US"/>
            </a:br>
            <a:r>
              <a:rPr lang="en-US"/>
              <a:t>If the audience reads just this, it will be enough. Make every word count. Say it like you would in the room.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8DD2205-27B3-420E-A514-F9946F0E634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525000" y="3810000"/>
            <a:ext cx="2286000" cy="740664"/>
          </a:xfrm>
        </p:spPr>
        <p:txBody>
          <a:bodyPr/>
          <a:lstStyle>
            <a:lvl1pPr rtl="0"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Sub-title</a:t>
            </a:r>
          </a:p>
        </p:txBody>
      </p:sp>
      <p:sp>
        <p:nvSpPr>
          <p:cNvPr id="13" name="Text Placeholder 20">
            <a:extLst>
              <a:ext uri="{FF2B5EF4-FFF2-40B4-BE49-F238E27FC236}">
                <a16:creationId xmlns:a16="http://schemas.microsoft.com/office/drawing/2014/main" id="{98AC443E-CF7B-4EF7-B905-08C17706F1D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525000" y="4550664"/>
            <a:ext cx="2285999" cy="912345"/>
          </a:xfrm>
        </p:spPr>
        <p:txBody>
          <a:bodyPr vert="horz" lIns="0" tIns="0" rIns="0" bIns="0" rtlCol="0" anchor="b">
            <a:noAutofit/>
          </a:bodyPr>
          <a:lstStyle>
            <a:lvl1pPr rtl="0">
              <a:defRPr lang="en-US" sz="800" noProof="0" dirty="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 sz="800" kern="1200" noProof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Source: TETP</a:t>
            </a:r>
          </a:p>
        </p:txBody>
      </p:sp>
    </p:spTree>
    <p:extLst>
      <p:ext uri="{BB962C8B-B14F-4D97-AF65-F5344CB8AC3E}">
        <p14:creationId xmlns:p14="http://schemas.microsoft.com/office/powerpoint/2010/main" val="219406399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TP AR Horizont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Object 14" hidden="1">
            <a:extLst>
              <a:ext uri="{FF2B5EF4-FFF2-40B4-BE49-F238E27FC236}">
                <a16:creationId xmlns:a16="http://schemas.microsoft.com/office/drawing/2014/main" id="{26EB0273-2213-41E9-9608-9923C098D285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0186452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15" name="Object 14" hidden="1">
                        <a:extLst>
                          <a:ext uri="{FF2B5EF4-FFF2-40B4-BE49-F238E27FC236}">
                            <a16:creationId xmlns:a16="http://schemas.microsoft.com/office/drawing/2014/main" id="{26EB0273-2213-41E9-9608-9923C098D28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17">
            <a:extLst>
              <a:ext uri="{FF2B5EF4-FFF2-40B4-BE49-F238E27FC236}">
                <a16:creationId xmlns:a16="http://schemas.microsoft.com/office/drawing/2014/main" id="{CB0DB22E-3512-4E7D-BFF2-2B6D8C2E75DA}"/>
              </a:ext>
            </a:extLst>
          </p:cNvPr>
          <p:cNvSpPr/>
          <p:nvPr userDrawn="1"/>
        </p:nvSpPr>
        <p:spPr>
          <a:xfrm>
            <a:off x="379014" y="5085184"/>
            <a:ext cx="3618059" cy="17728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t"/>
          <a:lstStyle/>
          <a:p>
            <a:pPr algn="l" rtl="0">
              <a:lnSpc>
                <a:spcPct val="90000"/>
              </a:lnSpc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8ABDD21-FDB5-4BC7-A352-997226C5AD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8000" y="389713"/>
            <a:ext cx="8762759" cy="553998"/>
          </a:xfrm>
        </p:spPr>
        <p:txBody>
          <a:bodyPr vert="horz" wrap="square" lIns="0" tIns="0" rIns="0" bIns="0" anchorCtr="0">
            <a:spAutoFit/>
          </a:bodyPr>
          <a:lstStyle>
            <a:lvl1pPr algn="r" rtl="0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رسالة اساسية. إذا قرأ الجمهور هذا فقط ، فسيكون ذلك كافياً. اجعل لكل كلمة قيمة.</a:t>
            </a:r>
            <a:br>
              <a:rPr lang="en-US"/>
            </a:br>
            <a:r>
              <a:rPr lang="en-US"/>
              <a:t>قلها كما لو كنت في الغرفة.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F458D9-158C-4B17-A32C-A238A1EBE3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9709" y="1376771"/>
            <a:ext cx="11421050" cy="5091517"/>
          </a:xfrm>
        </p:spPr>
        <p:txBody>
          <a:bodyPr/>
          <a:lstStyle>
            <a:lvl1pPr algn="r" rtl="0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en-US"/>
              <a:t>هذا هو المكان الذي تقدم فيه قضيتك بالأدلة والمعلومات ذات الصلة. اجعل الجمل موجزة. تجنب المصطلحات والتكرار.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2B08E56-B33F-4C9A-A715-9D9C1B3665E0}"/>
              </a:ext>
            </a:extLst>
          </p:cNvPr>
          <p:cNvSpPr txBox="1"/>
          <p:nvPr userDrawn="1"/>
        </p:nvSpPr>
        <p:spPr>
          <a:xfrm>
            <a:off x="389709" y="6581406"/>
            <a:ext cx="1286508" cy="152349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685818" rtl="0" eaLnBrk="1" fontAlgn="auto" latinLnBrk="0" hangingPunct="1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Clr>
                <a:srgbClr val="F5F5F5"/>
              </a:buClr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محظور</a:t>
            </a:r>
          </a:p>
        </p:txBody>
      </p:sp>
      <p:sp>
        <p:nvSpPr>
          <p:cNvPr id="16" name="Text Placeholder 20">
            <a:extLst>
              <a:ext uri="{FF2B5EF4-FFF2-40B4-BE49-F238E27FC236}">
                <a16:creationId xmlns:a16="http://schemas.microsoft.com/office/drawing/2014/main" id="{B12F34E5-DC14-4D39-8A85-EBF61158EF9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489414" y="6496471"/>
            <a:ext cx="5321345" cy="237284"/>
          </a:xfrm>
        </p:spPr>
        <p:txBody>
          <a:bodyPr anchor="b"/>
          <a:lstStyle>
            <a:lvl1pPr algn="r" rtl="0">
              <a:defRPr sz="800"/>
            </a:lvl1pPr>
          </a:lstStyle>
          <a:p>
            <a:pPr lvl="0"/>
            <a:r>
              <a:rPr lang="en-US"/>
              <a:t>المصدر: برنامج تكامل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70578C7-F741-CC7A-2B62-CF6F39A287C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89709" y="1051935"/>
            <a:ext cx="11421050" cy="216613"/>
          </a:xfrm>
        </p:spPr>
        <p:txBody>
          <a:bodyPr/>
          <a:lstStyle>
            <a:lvl1pPr algn="r" rtl="0">
              <a:defRPr b="1"/>
            </a:lvl1pPr>
          </a:lstStyle>
          <a:p>
            <a:pPr lvl="0"/>
            <a:r>
              <a:rPr lang="en-US"/>
              <a:t>Sub-Header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DC88E31-AF2B-78D7-27B0-FEC00986D7AC}"/>
              </a:ext>
            </a:extLst>
          </p:cNvPr>
          <p:cNvSpPr txBox="1"/>
          <p:nvPr userDrawn="1"/>
        </p:nvSpPr>
        <p:spPr>
          <a:xfrm>
            <a:off x="11815762" y="6595256"/>
            <a:ext cx="265176" cy="138499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none" lIns="0" tIns="0" rIns="0" bIns="0" rtlCol="0" anchor="b" anchorCtr="0">
            <a:noAutofit/>
          </a:bodyPr>
          <a:lstStyle/>
          <a:p>
            <a:pPr algn="l" rtl="0"/>
            <a:fld id="{6CE8C368-3382-4C28-AE75-DF7C05ACA19D}" type="slidenum">
              <a:rPr lang="en-US" sz="1200" b="1">
                <a:solidFill>
                  <a:schemeClr val="tx1"/>
                </a:solidFill>
              </a:rPr>
              <a:pPr algn="l" rtl="0"/>
              <a:t>‹#›</a:t>
            </a:fld>
            <a:endParaRPr lang="en-US" sz="1200" b="1">
              <a:solidFill>
                <a:schemeClr val="tx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EFE7C36-4246-DC69-BF30-38D550B4782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1000" y="391355"/>
            <a:ext cx="2286000" cy="543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69723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TP AR End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4296CD57-C0DB-43A8-8C5C-A53954983973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75528018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3" imgH="473" progId="TCLayout.ActiveDocument.1">
                  <p:embed/>
                </p:oleObj>
              </mc:Choice>
              <mc:Fallback>
                <p:oleObj name="think-cell Slide" r:id="rId4" imgW="473" imgH="47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4296CD57-C0DB-43A8-8C5C-A5395498397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EAA6B304-33F4-893B-1878-3C1273F7D62B}"/>
              </a:ext>
            </a:extLst>
          </p:cNvPr>
          <p:cNvSpPr/>
          <p:nvPr userDrawn="1"/>
        </p:nvSpPr>
        <p:spPr>
          <a:xfrm>
            <a:off x="0" y="3176"/>
            <a:ext cx="12191999" cy="68548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685818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45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E8ACE1FC-CF60-490B-908F-384F3BB01527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</a:pPr>
            <a:endParaRPr lang="en-US" sz="2000" b="1" i="0" baseline="0">
              <a:solidFill>
                <a:schemeClr val="tx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5DD4C26-2D77-4E3E-A00F-E13EDEA8A973}"/>
              </a:ext>
            </a:extLst>
          </p:cNvPr>
          <p:cNvSpPr txBox="1"/>
          <p:nvPr userDrawn="1"/>
        </p:nvSpPr>
        <p:spPr>
          <a:xfrm>
            <a:off x="4727848" y="6273318"/>
            <a:ext cx="2700300" cy="194027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685818" rtl="0" eaLnBrk="1" fontAlgn="auto" latinLnBrk="0" hangingPunct="1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Clr>
                <a:srgbClr val="F5F5F5"/>
              </a:buClr>
              <a:buSzTx/>
              <a:buFontTx/>
              <a:buNone/>
              <a:tabLst/>
              <a:defRPr/>
            </a:pPr>
            <a:r>
              <a:rPr kumimoji="0" lang="en-US" sz="1401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محظور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958E7A4-6B70-4B96-BDE2-8482924DC05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63752" y="1492369"/>
            <a:ext cx="4464496" cy="3873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21203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 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2A699C7-7B2A-FE48-B204-2A35A8621D62}"/>
              </a:ext>
            </a:extLst>
          </p:cNvPr>
          <p:cNvSpPr/>
          <p:nvPr/>
        </p:nvSpPr>
        <p:spPr>
          <a:xfrm>
            <a:off x="3048000" y="-1587"/>
            <a:ext cx="304800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685818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450"/>
              </a:spcAft>
              <a:buClrTx/>
              <a:buSzTx/>
              <a:buFontTx/>
              <a:buNone/>
              <a:tabLst/>
              <a:defRPr/>
            </a:pPr>
            <a:endParaRPr kumimoji="0" lang="en-GB" sz="13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B7CCCB-F6CD-F24D-9CF5-FE9F81B12F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1002"/>
            <a:ext cx="5334000" cy="830997"/>
          </a:xfrm>
        </p:spPr>
        <p:txBody>
          <a:bodyPr wrap="square" lIns="0" tIns="0" rIns="0" bIns="0" anchorCtr="0">
            <a:spAutoFit/>
          </a:bodyPr>
          <a:lstStyle>
            <a:lvl1pPr>
              <a:defRPr/>
            </a:lvl1pPr>
          </a:lstStyle>
          <a:p>
            <a:r>
              <a:rPr lang="en-GB"/>
              <a:t>Key message. If the audience reads just this, it will be enough. Make every word count. Say it like you would in the room.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5449A7-2C50-4655-A44B-2F7825DD5395}"/>
              </a:ext>
            </a:extLst>
          </p:cNvPr>
          <p:cNvSpPr txBox="1"/>
          <p:nvPr/>
        </p:nvSpPr>
        <p:spPr>
          <a:xfrm>
            <a:off x="111062" y="6595256"/>
            <a:ext cx="265176" cy="138499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none" lIns="0" tIns="0" rIns="0" bIns="0" rtlCol="0" anchor="b" anchorCtr="0">
            <a:noAutofit/>
          </a:bodyPr>
          <a:lstStyle/>
          <a:p>
            <a:pPr algn="r"/>
            <a:fld id="{6CE8C368-3382-4C28-AE75-DF7C05ACA19D}" type="slidenum">
              <a:rPr lang="en-US" sz="1200" b="1">
                <a:solidFill>
                  <a:schemeClr val="tx1"/>
                </a:solidFill>
              </a:rPr>
              <a:pPr algn="r"/>
              <a:t>‹#›</a:t>
            </a:fld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3" name="Text Placeholder 20">
            <a:extLst>
              <a:ext uri="{FF2B5EF4-FFF2-40B4-BE49-F238E27FC236}">
                <a16:creationId xmlns:a16="http://schemas.microsoft.com/office/drawing/2014/main" id="{D968FD01-096C-B51F-187D-64E6DADF3A6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89709" y="6496471"/>
            <a:ext cx="5321345" cy="237284"/>
          </a:xfrm>
        </p:spPr>
        <p:txBody>
          <a:bodyPr anchor="b"/>
          <a:lstStyle>
            <a:lvl1pPr>
              <a:defRPr sz="800"/>
            </a:lvl1pPr>
          </a:lstStyle>
          <a:p>
            <a:pPr lvl="0"/>
            <a:r>
              <a:rPr lang="en-US"/>
              <a:t>Source: TETP</a:t>
            </a:r>
          </a:p>
        </p:txBody>
      </p:sp>
    </p:spTree>
    <p:extLst>
      <p:ext uri="{BB962C8B-B14F-4D97-AF65-F5344CB8AC3E}">
        <p14:creationId xmlns:p14="http://schemas.microsoft.com/office/powerpoint/2010/main" val="286499861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C41AF1E-F272-4933-A651-8FECCA59ED5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0179701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6" progId="TCLayout.ActiveDocument.1">
                  <p:embed/>
                </p:oleObj>
              </mc:Choice>
              <mc:Fallback>
                <p:oleObj name="think-cell Slide" r:id="rId3" imgW="473" imgH="47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C41AF1E-F272-4933-A651-8FECCA59ED5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54C3A91-5A88-6F49-B31C-7C3C6EB2A69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29001" y="381000"/>
            <a:ext cx="3810000" cy="374650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bg2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chemeClr val="tx2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>
            <a:pPr lvl="0"/>
            <a:r>
              <a:rPr lang="en-GB"/>
              <a:t>Heading: Make your point.</a:t>
            </a:r>
          </a:p>
          <a:p>
            <a:pPr lvl="1"/>
            <a:r>
              <a:rPr lang="en-GB"/>
              <a:t>Sub-heading: Add supporting detail.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5A75C044-EF0B-6A4F-907C-515927B913F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20000" y="381000"/>
            <a:ext cx="4191001" cy="374650"/>
          </a:xfrm>
        </p:spPr>
        <p:txBody>
          <a:bodyPr/>
          <a:lstStyle>
            <a:lvl1pPr marL="0" indent="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bg2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chemeClr val="tx2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>
            <a:pPr lvl="0"/>
            <a:r>
              <a:rPr lang="en-GB"/>
              <a:t>Heading: Make your point.</a:t>
            </a:r>
          </a:p>
          <a:p>
            <a:pPr lvl="1"/>
            <a:r>
              <a:rPr lang="en-GB"/>
              <a:t>Sub-heading: Add supporting detail.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25C4D7CF-6868-C642-B298-65F96507D5DD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3429001" y="1143004"/>
            <a:ext cx="3810000" cy="4949825"/>
          </a:xfrm>
        </p:spPr>
        <p:txBody>
          <a:bodyPr tIns="0"/>
          <a:lstStyle>
            <a:lvl1pPr marL="0" marR="0" indent="0" algn="l" defTabSz="685818" rtl="0" eaLnBrk="1" fontAlgn="auto" latinLnBrk="0" hangingPunct="1">
              <a:lnSpc>
                <a:spcPct val="90000"/>
              </a:lnSpc>
              <a:spcBef>
                <a:spcPts val="450"/>
              </a:spcBef>
              <a:spcAft>
                <a:spcPts val="450"/>
              </a:spcAft>
              <a:buClrTx/>
              <a:buSzTx/>
              <a:buFont typeface="Arial" panose="020B0604020202020204" pitchFamily="34" charset="0"/>
              <a:buNone/>
              <a:tabLst/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marL="0" marR="0" lvl="0" indent="0" algn="l" defTabSz="685818" rtl="0" eaLnBrk="1" fontAlgn="auto" latinLnBrk="0" hangingPunct="1">
              <a:lnSpc>
                <a:spcPct val="90000"/>
              </a:lnSpc>
              <a:spcBef>
                <a:spcPts val="450"/>
              </a:spcBef>
              <a:spcAft>
                <a:spcPts val="45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This is where you make your case with relevant evidence and information. Keep sentences concise. Avoid jargon and repetition.</a:t>
            </a:r>
            <a:endParaRPr lang="en-GB"/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878B453-1C2F-7042-9F43-39BF515D313E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7620000" y="1143004"/>
            <a:ext cx="4191001" cy="4949825"/>
          </a:xfrm>
        </p:spPr>
        <p:txBody>
          <a:bodyPr tIns="0"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This is where you make your case with relevant evidence and information. Keep sentences concise. Avoid jargon and repetition.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8721E0-3B2F-4A97-96C0-D4F6172B5F96}"/>
              </a:ext>
            </a:extLst>
          </p:cNvPr>
          <p:cNvSpPr txBox="1"/>
          <p:nvPr/>
        </p:nvSpPr>
        <p:spPr>
          <a:xfrm>
            <a:off x="111062" y="6595256"/>
            <a:ext cx="265176" cy="138499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none" lIns="0" tIns="0" rIns="0" bIns="0" rtlCol="0" anchor="b" anchorCtr="0">
            <a:noAutofit/>
          </a:bodyPr>
          <a:lstStyle/>
          <a:p>
            <a:pPr algn="r"/>
            <a:fld id="{6CE8C368-3382-4C28-AE75-DF7C05ACA19D}" type="slidenum">
              <a:rPr lang="en-US" sz="1200" b="1">
                <a:solidFill>
                  <a:schemeClr val="tx1"/>
                </a:solidFill>
              </a:rPr>
              <a:pPr algn="r"/>
              <a:t>‹#›</a:t>
            </a:fld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13" name="Title 3">
            <a:extLst>
              <a:ext uri="{FF2B5EF4-FFF2-40B4-BE49-F238E27FC236}">
                <a16:creationId xmlns:a16="http://schemas.microsoft.com/office/drawing/2014/main" id="{88E601CA-3A9D-4C57-866D-719817902E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4"/>
            <a:ext cx="2286000" cy="2215991"/>
          </a:xfrm>
        </p:spPr>
        <p:txBody>
          <a:bodyPr vert="horz"/>
          <a:lstStyle>
            <a:lvl1pPr>
              <a:defRPr/>
            </a:lvl1pPr>
          </a:lstStyle>
          <a:p>
            <a:r>
              <a:rPr lang="en-US"/>
              <a:t>Key message. </a:t>
            </a:r>
            <a:br>
              <a:rPr lang="en-US"/>
            </a:br>
            <a:r>
              <a:rPr lang="en-US"/>
              <a:t>If the audience reads just this, it will be enough. Make every word count. Say it like you would in the room.</a:t>
            </a:r>
            <a:endParaRPr lang="en-GB"/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68817C9F-B2AA-46D5-8766-8D5E783B6D8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81000" y="3810000"/>
            <a:ext cx="2286000" cy="740664"/>
          </a:xfrm>
        </p:spPr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Sub-title</a:t>
            </a:r>
          </a:p>
        </p:txBody>
      </p:sp>
      <p:sp>
        <p:nvSpPr>
          <p:cNvPr id="15" name="Text Placeholder 20">
            <a:extLst>
              <a:ext uri="{FF2B5EF4-FFF2-40B4-BE49-F238E27FC236}">
                <a16:creationId xmlns:a16="http://schemas.microsoft.com/office/drawing/2014/main" id="{4A71F9C8-0685-4CE5-8B8B-3148C834A07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81000" y="4550664"/>
            <a:ext cx="2285999" cy="912345"/>
          </a:xfrm>
        </p:spPr>
        <p:txBody>
          <a:bodyPr anchor="b"/>
          <a:lstStyle>
            <a:lvl1pPr>
              <a:defRPr sz="800"/>
            </a:lvl1pPr>
          </a:lstStyle>
          <a:p>
            <a:pPr marL="0" lvl="0" indent="0" algn="l" defTabSz="685818" rtl="0" eaLnBrk="1" latinLnBrk="0" hangingPunct="1">
              <a:lnSpc>
                <a:spcPct val="90000"/>
              </a:lnSpc>
              <a:spcBef>
                <a:spcPts val="450"/>
              </a:spcBef>
              <a:spcAft>
                <a:spcPts val="450"/>
              </a:spcAft>
              <a:buFont typeface="Arial" panose="020B0604020202020204" pitchFamily="34" charset="0"/>
              <a:buNone/>
            </a:pPr>
            <a:r>
              <a:rPr lang="en-US" sz="800" kern="1200" noProof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Source: TETP</a:t>
            </a:r>
          </a:p>
        </p:txBody>
      </p:sp>
    </p:spTree>
    <p:extLst>
      <p:ext uri="{BB962C8B-B14F-4D97-AF65-F5344CB8AC3E}">
        <p14:creationId xmlns:p14="http://schemas.microsoft.com/office/powerpoint/2010/main" val="23341142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 Bi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7F5CAB5-F976-4C40-89AE-9A89E9C4AC4F}"/>
              </a:ext>
            </a:extLst>
          </p:cNvPr>
          <p:cNvSpPr/>
          <p:nvPr/>
        </p:nvSpPr>
        <p:spPr>
          <a:xfrm>
            <a:off x="3048003" y="0"/>
            <a:ext cx="3047999" cy="6858000"/>
          </a:xfrm>
          <a:prstGeom prst="rect">
            <a:avLst/>
          </a:prstGeom>
          <a:solidFill>
            <a:srgbClr val="F0E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4000" tIns="54000" rIns="54000" bIns="54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6858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25" b="0" i="0" u="none" strike="noStrike" kern="1200" cap="none" spc="0" normalizeH="0" baseline="0" noProof="0">
              <a:ln>
                <a:noFill/>
              </a:ln>
              <a:solidFill>
                <a:srgbClr val="1E1E1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3B78D11-144A-4B42-AA51-7E5FE4BFDAC3}"/>
              </a:ext>
            </a:extLst>
          </p:cNvPr>
          <p:cNvSpPr/>
          <p:nvPr/>
        </p:nvSpPr>
        <p:spPr>
          <a:xfrm>
            <a:off x="6096000" y="0"/>
            <a:ext cx="3048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4000" tIns="54000" rIns="54000" bIns="54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6858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25" b="0" i="0" u="none" strike="noStrike" kern="1200" cap="none" spc="0" normalizeH="0" baseline="0" noProof="0">
              <a:ln>
                <a:noFill/>
              </a:ln>
              <a:solidFill>
                <a:srgbClr val="1E1E1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4CF47EE3-F5CB-4E44-BC68-EC24C6779C14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048000" y="4"/>
            <a:ext cx="3048000" cy="2663825"/>
          </a:xfrm>
          <a:solidFill>
            <a:schemeClr val="bg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1" name="Picture Placeholder 19">
            <a:extLst>
              <a:ext uri="{FF2B5EF4-FFF2-40B4-BE49-F238E27FC236}">
                <a16:creationId xmlns:a16="http://schemas.microsoft.com/office/drawing/2014/main" id="{796EB4AD-659A-9A47-B141-976732FEBC0E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096000" y="4"/>
            <a:ext cx="3048000" cy="2663825"/>
          </a:xfrm>
          <a:solidFill>
            <a:srgbClr val="F0EFEF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2" name="Picture Placeholder 19">
            <a:extLst>
              <a:ext uri="{FF2B5EF4-FFF2-40B4-BE49-F238E27FC236}">
                <a16:creationId xmlns:a16="http://schemas.microsoft.com/office/drawing/2014/main" id="{8DFD1BD5-98E0-0947-9140-940DFF970135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9147359" y="4"/>
            <a:ext cx="3048000" cy="2663825"/>
          </a:xfrm>
          <a:solidFill>
            <a:schemeClr val="bg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44CBE62D-52E2-4C4C-AF6E-96D1E570765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29003" y="3048000"/>
            <a:ext cx="2285999" cy="3048000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b="1">
                <a:solidFill>
                  <a:schemeClr val="bg2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tabLst/>
              <a:defRPr>
                <a:solidFill>
                  <a:schemeClr val="bg2"/>
                </a:solidFill>
              </a:defRPr>
            </a:lvl2pPr>
            <a:lvl3pPr marL="0" indent="0">
              <a:spcBef>
                <a:spcPts val="900"/>
              </a:spcBef>
              <a:spcAft>
                <a:spcPts val="0"/>
              </a:spcAft>
              <a:buNone/>
              <a:tabLst/>
              <a:defRPr b="1"/>
            </a:lvl3pPr>
            <a:lvl4pPr marL="135004" indent="-135004">
              <a:spcBef>
                <a:spcPts val="0"/>
              </a:spcBef>
              <a:spcAft>
                <a:spcPts val="0"/>
              </a:spcAft>
              <a:buFont typeface="System Font Regular"/>
              <a:buChar char="–"/>
              <a:tabLst/>
              <a:defRPr/>
            </a:lvl4pPr>
            <a:lvl5pPr marL="270007" indent="-135004">
              <a:spcBef>
                <a:spcPts val="0"/>
              </a:spcBef>
              <a:spcAft>
                <a:spcPts val="0"/>
              </a:spcAft>
              <a:buFont typeface="System Font Regular"/>
              <a:buChar char="–"/>
              <a:tabLst/>
              <a:defRPr/>
            </a:lvl5pPr>
          </a:lstStyle>
          <a:p>
            <a:pPr lvl="0"/>
            <a:r>
              <a:rPr lang="en-GB"/>
              <a:t>Name and Surname</a:t>
            </a:r>
          </a:p>
          <a:p>
            <a:pPr lvl="1"/>
            <a:r>
              <a:rPr lang="en-GB"/>
              <a:t>Job title and location second level</a:t>
            </a:r>
          </a:p>
          <a:p>
            <a:pPr lvl="2"/>
            <a:r>
              <a:rPr lang="en-GB"/>
              <a:t>Summary of experience third level</a:t>
            </a:r>
          </a:p>
          <a:p>
            <a:pPr lvl="3"/>
            <a:r>
              <a:rPr lang="en-GB"/>
              <a:t>Fourth level bullet</a:t>
            </a:r>
          </a:p>
          <a:p>
            <a:pPr lvl="4"/>
            <a:r>
              <a:rPr lang="en-GB"/>
              <a:t>Fifth level bullet</a:t>
            </a:r>
          </a:p>
        </p:txBody>
      </p:sp>
      <p:sp>
        <p:nvSpPr>
          <p:cNvPr id="27" name="Text Placeholder 23">
            <a:extLst>
              <a:ext uri="{FF2B5EF4-FFF2-40B4-BE49-F238E27FC236}">
                <a16:creationId xmlns:a16="http://schemas.microsoft.com/office/drawing/2014/main" id="{1C3C4FE2-D60A-3C44-A1A2-F63809BB1ED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477001" y="3048000"/>
            <a:ext cx="2286000" cy="3048000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b="1">
                <a:solidFill>
                  <a:schemeClr val="bg2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tabLst/>
              <a:defRPr>
                <a:solidFill>
                  <a:schemeClr val="bg2"/>
                </a:solidFill>
              </a:defRPr>
            </a:lvl2pPr>
            <a:lvl3pPr marL="0" indent="0">
              <a:spcBef>
                <a:spcPts val="900"/>
              </a:spcBef>
              <a:spcAft>
                <a:spcPts val="0"/>
              </a:spcAft>
              <a:buNone/>
              <a:tabLst/>
              <a:defRPr b="1"/>
            </a:lvl3pPr>
            <a:lvl4pPr marL="135004" indent="-135004">
              <a:spcBef>
                <a:spcPts val="0"/>
              </a:spcBef>
              <a:spcAft>
                <a:spcPts val="0"/>
              </a:spcAft>
              <a:buFont typeface="System Font Regular"/>
              <a:buChar char="–"/>
              <a:tabLst/>
              <a:defRPr/>
            </a:lvl4pPr>
            <a:lvl5pPr marL="270007" indent="-135004">
              <a:spcBef>
                <a:spcPts val="0"/>
              </a:spcBef>
              <a:spcAft>
                <a:spcPts val="0"/>
              </a:spcAft>
              <a:buFont typeface="System Font Regular"/>
              <a:buChar char="–"/>
              <a:tabLst/>
              <a:defRPr/>
            </a:lvl5pPr>
          </a:lstStyle>
          <a:p>
            <a:pPr lvl="0"/>
            <a:r>
              <a:rPr lang="en-GB"/>
              <a:t>Name and Surname</a:t>
            </a:r>
          </a:p>
          <a:p>
            <a:pPr lvl="1"/>
            <a:r>
              <a:rPr lang="en-GB"/>
              <a:t>Job title and location second level</a:t>
            </a:r>
          </a:p>
          <a:p>
            <a:pPr lvl="2"/>
            <a:r>
              <a:rPr lang="en-GB"/>
              <a:t>Summary of experience third level</a:t>
            </a:r>
          </a:p>
          <a:p>
            <a:pPr lvl="3"/>
            <a:r>
              <a:rPr lang="en-GB"/>
              <a:t>Fourth level bullet</a:t>
            </a:r>
          </a:p>
          <a:p>
            <a:pPr lvl="4"/>
            <a:r>
              <a:rPr lang="en-GB"/>
              <a:t>Fifth level bullet</a:t>
            </a:r>
          </a:p>
        </p:txBody>
      </p:sp>
      <p:sp>
        <p:nvSpPr>
          <p:cNvPr id="28" name="Text Placeholder 23">
            <a:extLst>
              <a:ext uri="{FF2B5EF4-FFF2-40B4-BE49-F238E27FC236}">
                <a16:creationId xmlns:a16="http://schemas.microsoft.com/office/drawing/2014/main" id="{39E6F826-10D9-8247-8889-29223C7F84B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525001" y="3048000"/>
            <a:ext cx="2289360" cy="3048000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b="1">
                <a:solidFill>
                  <a:schemeClr val="bg2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tabLst/>
              <a:defRPr>
                <a:solidFill>
                  <a:schemeClr val="bg2"/>
                </a:solidFill>
              </a:defRPr>
            </a:lvl2pPr>
            <a:lvl3pPr marL="0" indent="0">
              <a:spcBef>
                <a:spcPts val="900"/>
              </a:spcBef>
              <a:spcAft>
                <a:spcPts val="0"/>
              </a:spcAft>
              <a:buNone/>
              <a:tabLst/>
              <a:defRPr b="1"/>
            </a:lvl3pPr>
            <a:lvl4pPr marL="135004" indent="-135004">
              <a:spcBef>
                <a:spcPts val="0"/>
              </a:spcBef>
              <a:spcAft>
                <a:spcPts val="0"/>
              </a:spcAft>
              <a:buFont typeface="System Font Regular"/>
              <a:buChar char="–"/>
              <a:tabLst/>
              <a:defRPr/>
            </a:lvl4pPr>
            <a:lvl5pPr marL="270007" indent="-135004">
              <a:spcBef>
                <a:spcPts val="0"/>
              </a:spcBef>
              <a:spcAft>
                <a:spcPts val="0"/>
              </a:spcAft>
              <a:buFont typeface="System Font Regular"/>
              <a:buChar char="–"/>
              <a:tabLst/>
              <a:defRPr/>
            </a:lvl5pPr>
          </a:lstStyle>
          <a:p>
            <a:pPr lvl="0"/>
            <a:r>
              <a:rPr lang="en-GB"/>
              <a:t>Name and Surname</a:t>
            </a:r>
          </a:p>
          <a:p>
            <a:pPr lvl="1"/>
            <a:r>
              <a:rPr lang="en-GB"/>
              <a:t>Job title and location second level</a:t>
            </a:r>
          </a:p>
          <a:p>
            <a:pPr lvl="2"/>
            <a:r>
              <a:rPr lang="en-GB"/>
              <a:t>Summary of experience third level</a:t>
            </a:r>
          </a:p>
          <a:p>
            <a:pPr lvl="3"/>
            <a:r>
              <a:rPr lang="en-GB"/>
              <a:t>Fourth level bullet</a:t>
            </a:r>
          </a:p>
          <a:p>
            <a:pPr lvl="4"/>
            <a:r>
              <a:rPr lang="en-GB"/>
              <a:t>Fifth level bullet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9468541-A21A-46F7-AFC4-CBC98C325E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3" y="381004"/>
            <a:ext cx="2285999" cy="2215991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Key message. </a:t>
            </a:r>
            <a:br>
              <a:rPr lang="en-GB"/>
            </a:br>
            <a:r>
              <a:rPr lang="en-GB"/>
              <a:t>If the audience reads just this, it will be enough. Make every word count. Say it like you would in the room.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B4EB530-C9AB-47DA-9252-5C8BF600395E}"/>
              </a:ext>
            </a:extLst>
          </p:cNvPr>
          <p:cNvSpPr txBox="1"/>
          <p:nvPr/>
        </p:nvSpPr>
        <p:spPr>
          <a:xfrm>
            <a:off x="111062" y="6595256"/>
            <a:ext cx="265176" cy="138499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none" lIns="0" tIns="0" rIns="0" bIns="0" rtlCol="0" anchor="b" anchorCtr="0">
            <a:noAutofit/>
          </a:bodyPr>
          <a:lstStyle/>
          <a:p>
            <a:pPr algn="r"/>
            <a:fld id="{6CE8C368-3382-4C28-AE75-DF7C05ACA19D}" type="slidenum">
              <a:rPr lang="en-US" sz="1200" b="1">
                <a:solidFill>
                  <a:schemeClr val="tx1"/>
                </a:solidFill>
              </a:rPr>
              <a:pPr algn="r"/>
              <a:t>‹#›</a:t>
            </a:fld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F5CA75AA-8950-49EF-A6BF-795438BB6BC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81000" y="3810000"/>
            <a:ext cx="2286000" cy="740664"/>
          </a:xfrm>
        </p:spPr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Sub-title</a:t>
            </a:r>
          </a:p>
        </p:txBody>
      </p:sp>
      <p:sp>
        <p:nvSpPr>
          <p:cNvPr id="17" name="Text Placeholder 20">
            <a:extLst>
              <a:ext uri="{FF2B5EF4-FFF2-40B4-BE49-F238E27FC236}">
                <a16:creationId xmlns:a16="http://schemas.microsoft.com/office/drawing/2014/main" id="{1B040243-4497-4238-8BC4-E0ED6792B73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81000" y="4550664"/>
            <a:ext cx="2285999" cy="912345"/>
          </a:xfrm>
        </p:spPr>
        <p:txBody>
          <a:bodyPr anchor="b"/>
          <a:lstStyle>
            <a:lvl1pPr>
              <a:defRPr sz="800"/>
            </a:lvl1pPr>
          </a:lstStyle>
          <a:p>
            <a:pPr marL="0" lvl="0" indent="0" algn="l" defTabSz="685818" rtl="0" eaLnBrk="1" latinLnBrk="0" hangingPunct="1">
              <a:lnSpc>
                <a:spcPct val="90000"/>
              </a:lnSpc>
              <a:spcBef>
                <a:spcPts val="450"/>
              </a:spcBef>
              <a:spcAft>
                <a:spcPts val="450"/>
              </a:spcAft>
              <a:buFont typeface="Arial" panose="020B0604020202020204" pitchFamily="34" charset="0"/>
              <a:buNone/>
            </a:pPr>
            <a:r>
              <a:rPr lang="en-US" sz="800" kern="1200" noProof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Source: TETP</a:t>
            </a:r>
          </a:p>
        </p:txBody>
      </p:sp>
    </p:spTree>
    <p:extLst>
      <p:ext uri="{BB962C8B-B14F-4D97-AF65-F5344CB8AC3E}">
        <p14:creationId xmlns:p14="http://schemas.microsoft.com/office/powerpoint/2010/main" val="133340595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 Case Stu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038AE126-4944-4AD5-BFEA-CBC1D7A34FE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786990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6" progId="TCLayout.ActiveDocument.1">
                  <p:embed/>
                </p:oleObj>
              </mc:Choice>
              <mc:Fallback>
                <p:oleObj name="think-cell Slide" r:id="rId3" imgW="473" imgH="47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038AE126-4944-4AD5-BFEA-CBC1D7A34FE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13">
            <a:extLst>
              <a:ext uri="{FF2B5EF4-FFF2-40B4-BE49-F238E27FC236}">
                <a16:creationId xmlns:a16="http://schemas.microsoft.com/office/drawing/2014/main" id="{66F4BDBA-8A7A-4151-9891-CE2FF8030BCB}"/>
              </a:ext>
            </a:extLst>
          </p:cNvPr>
          <p:cNvSpPr/>
          <p:nvPr/>
        </p:nvSpPr>
        <p:spPr>
          <a:xfrm>
            <a:off x="3048000" y="0"/>
            <a:ext cx="4572000" cy="3429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t"/>
          <a:lstStyle/>
          <a:p>
            <a:pPr marL="0" marR="0" lvl="0" indent="0" algn="l" defTabSz="6858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1E1E1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8A6D9F4-AFFE-40C2-A711-D5F9F9523EA2}"/>
              </a:ext>
            </a:extLst>
          </p:cNvPr>
          <p:cNvSpPr/>
          <p:nvPr/>
        </p:nvSpPr>
        <p:spPr>
          <a:xfrm>
            <a:off x="3048000" y="3429000"/>
            <a:ext cx="4572000" cy="34290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t"/>
          <a:lstStyle/>
          <a:p>
            <a:pPr marL="0" marR="0" lvl="0" indent="0" algn="l" defTabSz="6858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1E1E1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2F01B772-E707-4318-AFF4-D233B7291D0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28974" y="381004"/>
            <a:ext cx="3810000" cy="357499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350" b="1"/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>
            <a:pPr lvl="0"/>
            <a:r>
              <a:rPr lang="en-GB"/>
              <a:t>Situation</a:t>
            </a:r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9F9E8AE9-DD63-4653-988B-3750118E135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28974" y="3810003"/>
            <a:ext cx="3810000" cy="376971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350" b="1"/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>
            <a:pPr lvl="0"/>
            <a:r>
              <a:rPr lang="en-GB"/>
              <a:t>Approach</a:t>
            </a:r>
          </a:p>
        </p:txBody>
      </p:sp>
      <p:sp>
        <p:nvSpPr>
          <p:cNvPr id="26" name="Text Placeholder 9">
            <a:extLst>
              <a:ext uri="{FF2B5EF4-FFF2-40B4-BE49-F238E27FC236}">
                <a16:creationId xmlns:a16="http://schemas.microsoft.com/office/drawing/2014/main" id="{7F035056-C297-4E3D-A5DA-D8661195827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001002" y="3810003"/>
            <a:ext cx="3810001" cy="376971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1">
                <a:solidFill>
                  <a:schemeClr val="bg2">
                    <a:lumMod val="75000"/>
                  </a:schemeClr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350" b="1"/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>
            <a:pPr lvl="0"/>
            <a:r>
              <a:rPr lang="en-GB"/>
              <a:t>Impact</a:t>
            </a:r>
          </a:p>
        </p:txBody>
      </p:sp>
      <p:sp>
        <p:nvSpPr>
          <p:cNvPr id="27" name="Text Placeholder 31">
            <a:extLst>
              <a:ext uri="{FF2B5EF4-FFF2-40B4-BE49-F238E27FC236}">
                <a16:creationId xmlns:a16="http://schemas.microsoft.com/office/drawing/2014/main" id="{FCA46901-ED40-41AA-95AD-ADE9E86C443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428974" y="4187829"/>
            <a:ext cx="3810027" cy="1087477"/>
          </a:xfrm>
        </p:spPr>
        <p:txBody>
          <a:bodyPr wrap="square" lIns="0" tIns="0" rIns="0" bIns="0" anchorCtr="0">
            <a:sp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33">
            <a:extLst>
              <a:ext uri="{FF2B5EF4-FFF2-40B4-BE49-F238E27FC236}">
                <a16:creationId xmlns:a16="http://schemas.microsoft.com/office/drawing/2014/main" id="{FFC8F3DC-2FB3-4CA7-9006-B6A3370B9E0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000946" y="4186242"/>
            <a:ext cx="3809266" cy="1087477"/>
          </a:xfrm>
        </p:spPr>
        <p:txBody>
          <a:bodyPr wrap="square" lIns="0" tIns="0" rIns="0" bIns="0" anchorCtr="0">
            <a:spAutoFit/>
          </a:bodyPr>
          <a:lstStyle>
            <a:lvl1pPr>
              <a:defRPr sz="1200">
                <a:solidFill>
                  <a:schemeClr val="bg2">
                    <a:lumMod val="75000"/>
                  </a:schemeClr>
                </a:solidFill>
              </a:defRPr>
            </a:lvl1pPr>
            <a:lvl2pPr>
              <a:defRPr sz="1200">
                <a:solidFill>
                  <a:schemeClr val="bg2">
                    <a:lumMod val="75000"/>
                  </a:schemeClr>
                </a:solidFill>
              </a:defRPr>
            </a:lvl2pPr>
            <a:lvl3pPr>
              <a:defRPr sz="1200">
                <a:solidFill>
                  <a:schemeClr val="bg2">
                    <a:lumMod val="75000"/>
                  </a:schemeClr>
                </a:solidFill>
              </a:defRPr>
            </a:lvl3pPr>
            <a:lvl4pPr>
              <a:defRPr sz="1200">
                <a:solidFill>
                  <a:schemeClr val="bg2">
                    <a:lumMod val="75000"/>
                  </a:schemeClr>
                </a:solidFill>
              </a:defRPr>
            </a:lvl4pPr>
            <a:lvl5pPr>
              <a:defRPr sz="1200">
                <a:solidFill>
                  <a:schemeClr val="bg2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36">
            <a:extLst>
              <a:ext uri="{FF2B5EF4-FFF2-40B4-BE49-F238E27FC236}">
                <a16:creationId xmlns:a16="http://schemas.microsoft.com/office/drawing/2014/main" id="{C88F3AC6-38BB-420F-928B-D3D9DAD55B7D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3428975" y="765179"/>
            <a:ext cx="3810001" cy="1087477"/>
          </a:xfrm>
        </p:spPr>
        <p:txBody>
          <a:bodyPr wrap="square" lIns="0" tIns="0" rIns="0" bIns="0" anchorCtr="0">
            <a:sp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Picture Placeholder 20">
            <a:extLst>
              <a:ext uri="{FF2B5EF4-FFF2-40B4-BE49-F238E27FC236}">
                <a16:creationId xmlns:a16="http://schemas.microsoft.com/office/drawing/2014/main" id="{B62EDA09-4F38-47EC-8087-3301CDABF20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20000" y="-1"/>
            <a:ext cx="4572000" cy="3429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E9A0B98-0DF4-4A76-8628-69172B20F235}"/>
              </a:ext>
            </a:extLst>
          </p:cNvPr>
          <p:cNvSpPr txBox="1"/>
          <p:nvPr/>
        </p:nvSpPr>
        <p:spPr>
          <a:xfrm>
            <a:off x="111062" y="6595256"/>
            <a:ext cx="265176" cy="138499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none" lIns="0" tIns="0" rIns="0" bIns="0" rtlCol="0" anchor="b" anchorCtr="0">
            <a:noAutofit/>
          </a:bodyPr>
          <a:lstStyle/>
          <a:p>
            <a:pPr algn="r"/>
            <a:fld id="{6CE8C368-3382-4C28-AE75-DF7C05ACA19D}" type="slidenum">
              <a:rPr lang="en-US" sz="1200" b="1">
                <a:solidFill>
                  <a:schemeClr val="tx1"/>
                </a:solidFill>
              </a:rPr>
              <a:pPr algn="r"/>
              <a:t>‹#›</a:t>
            </a:fld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18" name="Title 3">
            <a:extLst>
              <a:ext uri="{FF2B5EF4-FFF2-40B4-BE49-F238E27FC236}">
                <a16:creationId xmlns:a16="http://schemas.microsoft.com/office/drawing/2014/main" id="{88A8361C-619B-4127-B931-EDCEBE30D0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4"/>
            <a:ext cx="2286000" cy="2215991"/>
          </a:xfrm>
        </p:spPr>
        <p:txBody>
          <a:bodyPr vert="horz"/>
          <a:lstStyle>
            <a:lvl1pPr>
              <a:defRPr/>
            </a:lvl1pPr>
          </a:lstStyle>
          <a:p>
            <a:r>
              <a:rPr lang="en-US"/>
              <a:t>Key message. </a:t>
            </a:r>
            <a:br>
              <a:rPr lang="en-US"/>
            </a:br>
            <a:r>
              <a:rPr lang="en-US"/>
              <a:t>If the audience reads just this, it will be enough. Make every word count. Say it like you would in the room.</a:t>
            </a:r>
            <a:endParaRPr lang="en-GB"/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F5F3E10A-3E41-4E9B-AC85-29840E71E9D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81000" y="3810000"/>
            <a:ext cx="2286000" cy="740664"/>
          </a:xfrm>
        </p:spPr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Sub-title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813EBA87-9A26-4209-9571-76B426FE2BD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81000" y="4550664"/>
            <a:ext cx="2285999" cy="912345"/>
          </a:xfrm>
        </p:spPr>
        <p:txBody>
          <a:bodyPr anchor="b"/>
          <a:lstStyle>
            <a:lvl1pPr>
              <a:defRPr sz="800"/>
            </a:lvl1pPr>
          </a:lstStyle>
          <a:p>
            <a:pPr marL="0" lvl="0" indent="0" algn="l" defTabSz="685818" rtl="0" eaLnBrk="1" latinLnBrk="0" hangingPunct="1">
              <a:lnSpc>
                <a:spcPct val="90000"/>
              </a:lnSpc>
              <a:spcBef>
                <a:spcPts val="450"/>
              </a:spcBef>
              <a:spcAft>
                <a:spcPts val="450"/>
              </a:spcAft>
              <a:buFont typeface="Arial" panose="020B0604020202020204" pitchFamily="34" charset="0"/>
              <a:buNone/>
            </a:pPr>
            <a:r>
              <a:rPr lang="en-US" sz="800" kern="1200" noProof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Source: TETP</a:t>
            </a:r>
          </a:p>
        </p:txBody>
      </p:sp>
    </p:spTree>
    <p:extLst>
      <p:ext uri="{BB962C8B-B14F-4D97-AF65-F5344CB8AC3E}">
        <p14:creationId xmlns:p14="http://schemas.microsoft.com/office/powerpoint/2010/main" val="27560418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18446ED1-B935-40E1-9636-4DD03C1D7CE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6406296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3" imgH="473" progId="TCLayout.ActiveDocument.1">
                  <p:embed/>
                </p:oleObj>
              </mc:Choice>
              <mc:Fallback>
                <p:oleObj name="think-cell Slide" r:id="rId4" imgW="473" imgH="47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18446ED1-B935-40E1-9636-4DD03C1D7CE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C324F1CC-BBCD-4AD6-9A7C-137FEFA779A3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t" anchorCtr="0">
            <a:noAutofit/>
          </a:bodyPr>
          <a:lstStyle/>
          <a:p>
            <a:pPr marL="0" lvl="0" indent="0" algn="l">
              <a:lnSpc>
                <a:spcPct val="90000"/>
              </a:lnSpc>
            </a:pPr>
            <a:endParaRPr lang="en-US" sz="2000" b="1" i="0" baseline="0" err="1">
              <a:solidFill>
                <a:schemeClr val="tx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AE1E5AF-43EF-49CD-A70B-FBA2BCAA3F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81000" y="381000"/>
            <a:ext cx="2286000" cy="221599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Key message. </a:t>
            </a:r>
            <a:br>
              <a:rPr lang="en-US"/>
            </a:br>
            <a:r>
              <a:rPr lang="en-US"/>
              <a:t>If the audience reads just this, it will be enough. Make every word count. Say it like you would in the room.</a:t>
            </a:r>
          </a:p>
        </p:txBody>
      </p:sp>
    </p:spTree>
    <p:extLst>
      <p:ext uri="{BB962C8B-B14F-4D97-AF65-F5344CB8AC3E}">
        <p14:creationId xmlns:p14="http://schemas.microsoft.com/office/powerpoint/2010/main" val="337386093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EN W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B2821F2A-CECE-4222-9218-8B9B58EAAD2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505871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6" progId="TCLayout.ActiveDocument.1">
                  <p:embed/>
                </p:oleObj>
              </mc:Choice>
              <mc:Fallback>
                <p:oleObj name="think-cell Slide" r:id="rId3" imgW="473" imgH="47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B2821F2A-CECE-4222-9218-8B9B58EAAD2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1872A842-92C6-13F5-CC0D-5DA773238757}"/>
              </a:ext>
            </a:extLst>
          </p:cNvPr>
          <p:cNvSpPr/>
          <p:nvPr/>
        </p:nvSpPr>
        <p:spPr>
          <a:xfrm>
            <a:off x="0" y="1524000"/>
            <a:ext cx="12191999" cy="5334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685818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450"/>
              </a:spcAft>
              <a:buClrTx/>
              <a:buSzTx/>
              <a:buFontTx/>
              <a:buNone/>
              <a:tabLst/>
              <a:defRPr/>
            </a:pPr>
            <a:endParaRPr kumimoji="0" lang="en-GB" sz="13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75FCC0A-FB89-C294-231F-1EF976F2756B}"/>
              </a:ext>
            </a:extLst>
          </p:cNvPr>
          <p:cNvSpPr/>
          <p:nvPr/>
        </p:nvSpPr>
        <p:spPr>
          <a:xfrm>
            <a:off x="0" y="3176"/>
            <a:ext cx="12191999" cy="15208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685818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450"/>
              </a:spcAft>
              <a:buClrTx/>
              <a:buSzTx/>
              <a:buFontTx/>
              <a:buNone/>
              <a:tabLst/>
              <a:defRPr/>
            </a:pPr>
            <a:endParaRPr kumimoji="0" lang="en-GB" sz="13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1171A1-783E-47BF-ADBA-51248DF70A96}"/>
              </a:ext>
            </a:extLst>
          </p:cNvPr>
          <p:cNvSpPr txBox="1"/>
          <p:nvPr/>
        </p:nvSpPr>
        <p:spPr>
          <a:xfrm>
            <a:off x="111062" y="6595256"/>
            <a:ext cx="265176" cy="138499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none" lIns="0" tIns="0" rIns="0" bIns="0" rtlCol="0" anchor="b" anchorCtr="0">
            <a:noAutofit/>
          </a:bodyPr>
          <a:lstStyle/>
          <a:p>
            <a:pPr algn="r"/>
            <a:fld id="{6CE8C368-3382-4C28-AE75-DF7C05ACA19D}" type="slidenum">
              <a:rPr lang="en-US" sz="1200" b="1">
                <a:solidFill>
                  <a:schemeClr val="tx2">
                    <a:lumMod val="75000"/>
                  </a:schemeClr>
                </a:solidFill>
              </a:rPr>
              <a:pPr algn="r"/>
              <a:t>‹#›</a:t>
            </a:fld>
            <a:endParaRPr lang="en-US" sz="1200" b="1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1" name="Title 3">
            <a:extLst>
              <a:ext uri="{FF2B5EF4-FFF2-40B4-BE49-F238E27FC236}">
                <a16:creationId xmlns:a16="http://schemas.microsoft.com/office/drawing/2014/main" id="{8117A900-B032-4BED-9115-F1FFCFCECF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5"/>
            <a:ext cx="8001000" cy="563719"/>
          </a:xfrm>
        </p:spPr>
        <p:txBody>
          <a:bodyPr vert="horz"/>
          <a:lstStyle>
            <a:lvl1pPr>
              <a:defRPr/>
            </a:lvl1pPr>
          </a:lstStyle>
          <a:p>
            <a:r>
              <a:rPr lang="en-US"/>
              <a:t>Key message. If the audience reads just this, it will be enough. Make every word count. Say it like you would in the room.</a:t>
            </a:r>
            <a:endParaRPr lang="en-GB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8DD2205-27B3-420E-A514-F9946F0E634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81000" y="1909064"/>
            <a:ext cx="3429000" cy="740664"/>
          </a:xfrm>
        </p:spPr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Sub-title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3E8FC4A-EB8F-1C10-2251-44481543522C}"/>
              </a:ext>
            </a:extLst>
          </p:cNvPr>
          <p:cNvSpPr/>
          <p:nvPr/>
        </p:nvSpPr>
        <p:spPr>
          <a:xfrm>
            <a:off x="384175" y="6096000"/>
            <a:ext cx="1901825" cy="381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/>
          <a:lstStyle/>
          <a:p>
            <a:pPr marL="0" lvl="0" indent="0" algn="l" defTabSz="685818" rtl="0" eaLnBrk="1" latinLnBrk="0" hangingPunct="1">
              <a:lnSpc>
                <a:spcPct val="90000"/>
              </a:lnSpc>
              <a:spcBef>
                <a:spcPts val="450"/>
              </a:spcBef>
              <a:spcAft>
                <a:spcPts val="450"/>
              </a:spcAft>
              <a:buFont typeface="Arial" panose="020B0604020202020204" pitchFamily="34" charset="0"/>
              <a:buNone/>
            </a:pPr>
            <a:r>
              <a:rPr lang="en-US" sz="800" kern="1200" noProof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Source: TETP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DAB0097-D77E-D8B0-97F7-F9A33C50459B}"/>
              </a:ext>
            </a:extLst>
          </p:cNvPr>
          <p:cNvSpPr txBox="1"/>
          <p:nvPr/>
        </p:nvSpPr>
        <p:spPr>
          <a:xfrm>
            <a:off x="9120336" y="6408999"/>
            <a:ext cx="2700300" cy="152349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r" defTabSz="685818" rtl="0" eaLnBrk="1" fontAlgn="auto" latinLnBrk="0" hangingPunct="1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Clr>
                <a:srgbClr val="F5F5F5"/>
              </a:buClr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Restricted Access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22C8E9D-59A7-99C9-C17E-893CEBD6BA9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25000" y="391355"/>
            <a:ext cx="2286000" cy="543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65879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8" Type="http://schemas.openxmlformats.org/officeDocument/2006/relationships/tags" Target="../tags/tag3.xml"/><Relationship Id="rId3" Type="http://schemas.openxmlformats.org/officeDocument/2006/relationships/slideLayout" Target="../slideLayouts/slideLayout3.xml"/><Relationship Id="rId7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oleObject" Target="../embeddings/oleObject1.bin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ags" Target="../tags/tag14.xml"/><Relationship Id="rId3" Type="http://schemas.openxmlformats.org/officeDocument/2006/relationships/slideLayout" Target="../slideLayouts/slideLayout8.xml"/><Relationship Id="rId7" Type="http://schemas.openxmlformats.org/officeDocument/2006/relationships/tags" Target="../tags/tag13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theme" Target="../theme/theme2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10.xml"/><Relationship Id="rId10" Type="http://schemas.openxmlformats.org/officeDocument/2006/relationships/image" Target="../media/image1.emf"/><Relationship Id="rId4" Type="http://schemas.openxmlformats.org/officeDocument/2006/relationships/slideLayout" Target="../slideLayouts/slideLayout9.xml"/><Relationship Id="rId9" Type="http://schemas.openxmlformats.org/officeDocument/2006/relationships/oleObject" Target="../embeddings/oleObject7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8D1BB6C3-85C0-4D78-A335-487D253A70CD}"/>
              </a:ext>
            </a:extLst>
          </p:cNvPr>
          <p:cNvGraphicFramePr>
            <a:graphicFrameLocks/>
          </p:cNvGraphicFramePr>
          <p:nvPr userDrawn="1">
            <p:custDataLst>
              <p:tags r:id="rId7"/>
            </p:custDataLst>
            <p:extLst>
              <p:ext uri="{D42A27DB-BD31-4B8C-83A1-F6EECF244321}">
                <p14:modId xmlns:p14="http://schemas.microsoft.com/office/powerpoint/2010/main" val="118207159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73" imgH="473" progId="TCLayout.ActiveDocument.1">
                  <p:embed/>
                </p:oleObj>
              </mc:Choice>
              <mc:Fallback>
                <p:oleObj name="think-cell Slide" r:id="rId9" imgW="473" imgH="473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8D1BB6C3-85C0-4D78-A335-487D253A70C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0A01742A-C2C4-4349-BA00-741293CB36A4}"/>
              </a:ext>
            </a:extLst>
          </p:cNvPr>
          <p:cNvSpPr/>
          <p:nvPr userDrawn="1">
            <p:custDataLst>
              <p:tags r:id="rId8"/>
            </p:custDataLst>
          </p:nvPr>
        </p:nvSpPr>
        <p:spPr>
          <a:xfrm>
            <a:off x="2" y="0"/>
            <a:ext cx="158751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t" anchorCtr="0">
            <a:noAutofit/>
          </a:bodyPr>
          <a:lstStyle/>
          <a:p>
            <a:pPr marL="0" marR="0" lvl="0" indent="0" algn="l" defTabSz="685818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srgbClr val="1E1E1E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0368699-BA99-E84F-AB32-4E762B32A26B}"/>
              </a:ext>
            </a:extLst>
          </p:cNvPr>
          <p:cNvSpPr/>
          <p:nvPr userDrawn="1"/>
        </p:nvSpPr>
        <p:spPr>
          <a:xfrm>
            <a:off x="0" y="4"/>
            <a:ext cx="3048000" cy="68595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685818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45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4B5871-DB92-6F46-AA38-789E9F552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381000"/>
            <a:ext cx="2286000" cy="2286000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US"/>
              <a:t>Key message. </a:t>
            </a:r>
            <a:br>
              <a:rPr lang="en-US"/>
            </a:br>
            <a:r>
              <a:rPr lang="en-US"/>
              <a:t>If the audience reads just this, it will be enough. Make every word count. Say it like you would in the room.</a:t>
            </a:r>
            <a:endParaRPr lang="en-US" noProof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6AB4B1-7789-CE46-95B2-2777D77936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29002" y="381000"/>
            <a:ext cx="8378825" cy="5715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This is where you make your case with relevant evidence and information. Keep sentences concise. Avoid jargon and repetition.</a:t>
            </a:r>
          </a:p>
          <a:p>
            <a:pPr lvl="1"/>
            <a:r>
              <a:rPr lang="en-US" noProof="0"/>
              <a:t>Bullet 1: Second level</a:t>
            </a:r>
          </a:p>
          <a:p>
            <a:pPr lvl="2"/>
            <a:r>
              <a:rPr lang="en-US" noProof="0"/>
              <a:t>Bullet 2: Third level</a:t>
            </a:r>
          </a:p>
          <a:p>
            <a:pPr lvl="3"/>
            <a:r>
              <a:rPr lang="en-US" noProof="0"/>
              <a:t>Bullet 3: Fourth level</a:t>
            </a:r>
          </a:p>
          <a:p>
            <a:pPr lvl="4"/>
            <a:r>
              <a:rPr lang="en-US" noProof="0"/>
              <a:t>Bullet 4: 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F6EEA3-2E52-4E6C-B9A8-118544629F07}"/>
              </a:ext>
            </a:extLst>
          </p:cNvPr>
          <p:cNvSpPr txBox="1"/>
          <p:nvPr userDrawn="1"/>
        </p:nvSpPr>
        <p:spPr>
          <a:xfrm>
            <a:off x="173851" y="5738611"/>
            <a:ext cx="2700300" cy="152349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685818" rtl="0" eaLnBrk="1" fontAlgn="auto" latinLnBrk="0" hangingPunct="1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Clr>
                <a:srgbClr val="F5F5F5"/>
              </a:buClr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Restricted Access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F3F1791-4180-48E4-A1FE-3DE6689795D2}"/>
              </a:ext>
            </a:extLst>
          </p:cNvPr>
          <p:cNvSpPr txBox="1"/>
          <p:nvPr userDrawn="1"/>
        </p:nvSpPr>
        <p:spPr>
          <a:xfrm>
            <a:off x="111062" y="6595256"/>
            <a:ext cx="265176" cy="138499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none" lIns="0" tIns="0" rIns="0" bIns="0" rtlCol="0" anchor="b" anchorCtr="0">
            <a:noAutofit/>
          </a:bodyPr>
          <a:lstStyle/>
          <a:p>
            <a:pPr algn="r" rtl="0"/>
            <a:fld id="{6CE8C368-3382-4C28-AE75-DF7C05ACA19D}" type="slidenum">
              <a:rPr lang="en-US" sz="1200" b="1">
                <a:solidFill>
                  <a:schemeClr val="tx1"/>
                </a:solidFill>
              </a:rPr>
              <a:pPr algn="r" rtl="0"/>
              <a:t>‹#›</a:t>
            </a:fld>
            <a:endParaRPr lang="en-US" sz="1200" b="1">
              <a:solidFill>
                <a:schemeClr val="tx1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22E998D-385F-55A4-5A1E-9659A1BD3BDE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1001" y="6072282"/>
            <a:ext cx="2286000" cy="543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055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12"/>
    <p:sldLayoutId id="2147483710" r:id="rId13"/>
    <p:sldLayoutId id="2147483711" r:id="rId14"/>
    <p:sldLayoutId id="2147483712" r:id="rId15"/>
    <p:sldLayoutId id="2147483713" r:id="rId16"/>
    <p:sldLayoutId id="2147483714" r:id="rId17"/>
  </p:sldLayoutIdLst>
  <p:hf hdr="0" ftr="0" dt="0"/>
  <p:txStyles>
    <p:titleStyle>
      <a:lvl1pPr marL="0" algn="l" defTabSz="685818" rtl="0" eaLnBrk="1" latinLnBrk="0" hangingPunct="1">
        <a:lnSpc>
          <a:spcPct val="90000"/>
        </a:lnSpc>
        <a:spcBef>
          <a:spcPts val="0"/>
        </a:spcBef>
        <a:spcAft>
          <a:spcPts val="0"/>
        </a:spcAft>
        <a:buNone/>
        <a:defRPr sz="2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685818" rtl="0" eaLnBrk="1" latinLnBrk="0" hangingPunct="1">
        <a:lnSpc>
          <a:spcPct val="90000"/>
        </a:lnSpc>
        <a:spcBef>
          <a:spcPts val="450"/>
        </a:spcBef>
        <a:spcAft>
          <a:spcPts val="450"/>
        </a:spcAft>
        <a:buFont typeface="Arial" panose="020B0604020202020204" pitchFamily="34" charset="0"/>
        <a:buNone/>
        <a:defRPr lang="en-US" sz="1401" kern="1200" noProof="0" dirty="0" smtClean="0">
          <a:solidFill>
            <a:schemeClr val="tx1">
              <a:lumMod val="90000"/>
              <a:lumOff val="10000"/>
            </a:schemeClr>
          </a:solidFill>
          <a:latin typeface="+mn-lt"/>
          <a:ea typeface="+mn-ea"/>
          <a:cs typeface="+mn-cs"/>
        </a:defRPr>
      </a:lvl1pPr>
      <a:lvl2pPr marL="135004" indent="-135004" algn="l" defTabSz="685818" rtl="0" eaLnBrk="1" latinLnBrk="0" hangingPunct="1">
        <a:lnSpc>
          <a:spcPct val="90000"/>
        </a:lnSpc>
        <a:spcBef>
          <a:spcPts val="0"/>
        </a:spcBef>
        <a:spcAft>
          <a:spcPts val="450"/>
        </a:spcAft>
        <a:buFont typeface="System Font Regular"/>
        <a:buChar char="–"/>
        <a:tabLst/>
        <a:defRPr sz="1401" kern="1200">
          <a:solidFill>
            <a:schemeClr val="tx1">
              <a:lumMod val="90000"/>
              <a:lumOff val="10000"/>
            </a:schemeClr>
          </a:solidFill>
          <a:latin typeface="+mn-lt"/>
          <a:ea typeface="+mn-ea"/>
          <a:cs typeface="+mn-cs"/>
        </a:defRPr>
      </a:lvl2pPr>
      <a:lvl3pPr marL="270007" indent="-135004" algn="l" defTabSz="685818" rtl="0" eaLnBrk="1" latinLnBrk="0" hangingPunct="1">
        <a:lnSpc>
          <a:spcPct val="90000"/>
        </a:lnSpc>
        <a:spcBef>
          <a:spcPts val="0"/>
        </a:spcBef>
        <a:spcAft>
          <a:spcPts val="450"/>
        </a:spcAft>
        <a:buFont typeface="System Font Regular"/>
        <a:buChar char="–"/>
        <a:tabLst/>
        <a:defRPr sz="1401" kern="1200">
          <a:solidFill>
            <a:schemeClr val="tx1">
              <a:lumMod val="90000"/>
              <a:lumOff val="10000"/>
            </a:schemeClr>
          </a:solidFill>
          <a:latin typeface="+mn-lt"/>
          <a:ea typeface="+mn-ea"/>
          <a:cs typeface="+mn-cs"/>
        </a:defRPr>
      </a:lvl3pPr>
      <a:lvl4pPr marL="405011" indent="-135004" algn="l" defTabSz="685818" rtl="0" eaLnBrk="1" latinLnBrk="0" hangingPunct="1">
        <a:lnSpc>
          <a:spcPct val="90000"/>
        </a:lnSpc>
        <a:spcBef>
          <a:spcPts val="0"/>
        </a:spcBef>
        <a:spcAft>
          <a:spcPts val="450"/>
        </a:spcAft>
        <a:buFont typeface="System Font Regular"/>
        <a:buChar char="–"/>
        <a:tabLst/>
        <a:defRPr sz="1401" kern="1200">
          <a:solidFill>
            <a:schemeClr val="tx1">
              <a:lumMod val="90000"/>
              <a:lumOff val="10000"/>
            </a:schemeClr>
          </a:solidFill>
          <a:latin typeface="+mn-lt"/>
          <a:ea typeface="+mn-ea"/>
          <a:cs typeface="+mn-cs"/>
        </a:defRPr>
      </a:lvl4pPr>
      <a:lvl5pPr marL="540014" indent="-135004" algn="l" defTabSz="685818" rtl="0" eaLnBrk="1" latinLnBrk="0" hangingPunct="1">
        <a:lnSpc>
          <a:spcPct val="90000"/>
        </a:lnSpc>
        <a:spcBef>
          <a:spcPts val="0"/>
        </a:spcBef>
        <a:spcAft>
          <a:spcPts val="450"/>
        </a:spcAft>
        <a:buFont typeface="System Font Regular"/>
        <a:buChar char="–"/>
        <a:tabLst/>
        <a:defRPr sz="1401" kern="1200">
          <a:solidFill>
            <a:schemeClr val="tx1">
              <a:lumMod val="90000"/>
              <a:lumOff val="10000"/>
            </a:schemeClr>
          </a:solidFill>
          <a:latin typeface="+mn-lt"/>
          <a:ea typeface="+mn-ea"/>
          <a:cs typeface="+mn-cs"/>
        </a:defRPr>
      </a:lvl5pPr>
      <a:lvl6pPr marL="0" indent="0" algn="l" defTabSz="685818" rtl="0" eaLnBrk="1" latinLnBrk="0" hangingPunct="1">
        <a:lnSpc>
          <a:spcPct val="90000"/>
        </a:lnSpc>
        <a:spcBef>
          <a:spcPts val="450"/>
        </a:spcBef>
        <a:spcAft>
          <a:spcPts val="450"/>
        </a:spcAft>
        <a:buFont typeface="Arial" panose="020B0604020202020204" pitchFamily="34" charset="0"/>
        <a:buNone/>
        <a:tabLst/>
        <a:defRPr sz="825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685818" rtl="0" eaLnBrk="1" latinLnBrk="0" hangingPunct="1">
        <a:lnSpc>
          <a:spcPct val="90000"/>
        </a:lnSpc>
        <a:spcBef>
          <a:spcPts val="450"/>
        </a:spcBef>
        <a:spcAft>
          <a:spcPts val="450"/>
        </a:spcAft>
        <a:buFont typeface="Arial" panose="020B0604020202020204" pitchFamily="34" charset="0"/>
        <a:buNone/>
        <a:tabLst/>
        <a:defRPr sz="825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685818" rtl="0" eaLnBrk="1" latinLnBrk="0" hangingPunct="1">
        <a:lnSpc>
          <a:spcPct val="90000"/>
        </a:lnSpc>
        <a:spcBef>
          <a:spcPts val="450"/>
        </a:spcBef>
        <a:spcAft>
          <a:spcPts val="450"/>
        </a:spcAft>
        <a:buFont typeface="Arial" panose="020B0604020202020204" pitchFamily="34" charset="0"/>
        <a:buNone/>
        <a:tabLst/>
        <a:defRPr sz="825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685818" rtl="0" eaLnBrk="1" latinLnBrk="0" hangingPunct="1">
        <a:lnSpc>
          <a:spcPct val="90000"/>
        </a:lnSpc>
        <a:spcBef>
          <a:spcPts val="450"/>
        </a:spcBef>
        <a:spcAft>
          <a:spcPts val="450"/>
        </a:spcAft>
        <a:buFont typeface="Arial" panose="020B0604020202020204" pitchFamily="34" charset="0"/>
        <a:buNone/>
        <a:tabLst/>
        <a:defRPr sz="82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18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8" algn="l" defTabSz="685818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18" algn="l" defTabSz="685818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26" algn="l" defTabSz="685818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34" algn="l" defTabSz="685818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43" algn="l" defTabSz="685818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52" algn="l" defTabSz="685818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60" algn="l" defTabSz="685818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69" algn="l" defTabSz="685818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>
          <p15:clr>
            <a:srgbClr val="B4B4B4"/>
          </p15:clr>
        </p15:guide>
        <p15:guide id="2" orient="horz" pos="480">
          <p15:clr>
            <a:srgbClr val="B4B4B4"/>
          </p15:clr>
        </p15:guide>
        <p15:guide id="3" orient="horz" pos="720">
          <p15:clr>
            <a:srgbClr val="B4B4B4"/>
          </p15:clr>
        </p15:guide>
        <p15:guide id="4" orient="horz" pos="960">
          <p15:clr>
            <a:srgbClr val="B4B4B4"/>
          </p15:clr>
        </p15:guide>
        <p15:guide id="5" orient="horz" pos="1200">
          <p15:clr>
            <a:srgbClr val="B4B4B4"/>
          </p15:clr>
        </p15:guide>
        <p15:guide id="6" orient="horz" pos="1440">
          <p15:clr>
            <a:srgbClr val="B4B4B4"/>
          </p15:clr>
        </p15:guide>
        <p15:guide id="7" orient="horz" pos="1680">
          <p15:clr>
            <a:srgbClr val="B4B4B4"/>
          </p15:clr>
        </p15:guide>
        <p15:guide id="8" orient="horz" pos="1920">
          <p15:clr>
            <a:srgbClr val="B4B4B4"/>
          </p15:clr>
        </p15:guide>
        <p15:guide id="9" orient="horz" pos="2160">
          <p15:clr>
            <a:srgbClr val="B4B4B4"/>
          </p15:clr>
        </p15:guide>
        <p15:guide id="10" orient="horz" pos="2400">
          <p15:clr>
            <a:srgbClr val="B4B4B4"/>
          </p15:clr>
        </p15:guide>
        <p15:guide id="11" orient="horz" pos="2640">
          <p15:clr>
            <a:srgbClr val="B4B4B4"/>
          </p15:clr>
        </p15:guide>
        <p15:guide id="12" orient="horz" pos="2880">
          <p15:clr>
            <a:srgbClr val="B4B4B4"/>
          </p15:clr>
        </p15:guide>
        <p15:guide id="13" orient="horz" pos="3120">
          <p15:clr>
            <a:srgbClr val="B4B4B4"/>
          </p15:clr>
        </p15:guide>
        <p15:guide id="14" orient="horz" pos="3360">
          <p15:clr>
            <a:srgbClr val="B4B4B4"/>
          </p15:clr>
        </p15:guide>
        <p15:guide id="15" orient="horz" pos="3600">
          <p15:clr>
            <a:srgbClr val="B4B4B4"/>
          </p15:clr>
        </p15:guide>
        <p15:guide id="16" orient="horz" pos="3840">
          <p15:clr>
            <a:srgbClr val="B4B4B4"/>
          </p15:clr>
        </p15:guide>
        <p15:guide id="17" orient="horz" pos="4080">
          <p15:clr>
            <a:srgbClr val="B4B4B4"/>
          </p15:clr>
        </p15:guide>
        <p15:guide id="18" pos="240">
          <p15:clr>
            <a:srgbClr val="B4B4B4"/>
          </p15:clr>
        </p15:guide>
        <p15:guide id="19" pos="480">
          <p15:clr>
            <a:srgbClr val="B4B4B4"/>
          </p15:clr>
        </p15:guide>
        <p15:guide id="20" pos="720">
          <p15:clr>
            <a:srgbClr val="B4B4B4"/>
          </p15:clr>
        </p15:guide>
        <p15:guide id="21" pos="960">
          <p15:clr>
            <a:srgbClr val="B4B4B4"/>
          </p15:clr>
        </p15:guide>
        <p15:guide id="22" pos="1200">
          <p15:clr>
            <a:srgbClr val="B4B4B4"/>
          </p15:clr>
        </p15:guide>
        <p15:guide id="23" pos="1440">
          <p15:clr>
            <a:srgbClr val="B4B4B4"/>
          </p15:clr>
        </p15:guide>
        <p15:guide id="24" pos="1680">
          <p15:clr>
            <a:srgbClr val="B4B4B4"/>
          </p15:clr>
        </p15:guide>
        <p15:guide id="25" pos="1920">
          <p15:clr>
            <a:srgbClr val="B4B4B4"/>
          </p15:clr>
        </p15:guide>
        <p15:guide id="26" pos="2160">
          <p15:clr>
            <a:srgbClr val="B4B4B4"/>
          </p15:clr>
        </p15:guide>
        <p15:guide id="27" pos="2400">
          <p15:clr>
            <a:srgbClr val="B4B4B4"/>
          </p15:clr>
        </p15:guide>
        <p15:guide id="28" pos="2640">
          <p15:clr>
            <a:srgbClr val="B4B4B4"/>
          </p15:clr>
        </p15:guide>
        <p15:guide id="29" pos="2880">
          <p15:clr>
            <a:srgbClr val="B4B4B4"/>
          </p15:clr>
        </p15:guide>
        <p15:guide id="30" pos="3120">
          <p15:clr>
            <a:srgbClr val="B4B4B4"/>
          </p15:clr>
        </p15:guide>
        <p15:guide id="31" pos="3360">
          <p15:clr>
            <a:srgbClr val="B4B4B4"/>
          </p15:clr>
        </p15:guide>
        <p15:guide id="32" pos="3600">
          <p15:clr>
            <a:srgbClr val="B4B4B4"/>
          </p15:clr>
        </p15:guide>
        <p15:guide id="33" pos="3840">
          <p15:clr>
            <a:srgbClr val="B4B4B4"/>
          </p15:clr>
        </p15:guide>
        <p15:guide id="34" pos="4080">
          <p15:clr>
            <a:srgbClr val="B4B4B4"/>
          </p15:clr>
        </p15:guide>
        <p15:guide id="35" pos="4320">
          <p15:clr>
            <a:srgbClr val="B4B4B4"/>
          </p15:clr>
        </p15:guide>
        <p15:guide id="36" pos="4560">
          <p15:clr>
            <a:srgbClr val="B4B4B4"/>
          </p15:clr>
        </p15:guide>
        <p15:guide id="37" pos="4800">
          <p15:clr>
            <a:srgbClr val="B4B4B4"/>
          </p15:clr>
        </p15:guide>
        <p15:guide id="38" pos="5040">
          <p15:clr>
            <a:srgbClr val="B4B4B4"/>
          </p15:clr>
        </p15:guide>
        <p15:guide id="39" pos="5280">
          <p15:clr>
            <a:srgbClr val="B4B4B4"/>
          </p15:clr>
        </p15:guide>
        <p15:guide id="40" pos="5520">
          <p15:clr>
            <a:srgbClr val="B4B4B4"/>
          </p15:clr>
        </p15:guide>
        <p15:guide id="41" pos="5760">
          <p15:clr>
            <a:srgbClr val="B4B4B4"/>
          </p15:clr>
        </p15:guide>
        <p15:guide id="42" pos="6000">
          <p15:clr>
            <a:srgbClr val="B4B4B4"/>
          </p15:clr>
        </p15:guide>
        <p15:guide id="43" pos="6240">
          <p15:clr>
            <a:srgbClr val="B4B4B4"/>
          </p15:clr>
        </p15:guide>
        <p15:guide id="44" pos="6480">
          <p15:clr>
            <a:srgbClr val="B4B4B4"/>
          </p15:clr>
        </p15:guide>
        <p15:guide id="45" pos="6720">
          <p15:clr>
            <a:srgbClr val="B4B4B4"/>
          </p15:clr>
        </p15:guide>
        <p15:guide id="46" pos="6960">
          <p15:clr>
            <a:srgbClr val="B4B4B4"/>
          </p15:clr>
        </p15:guide>
        <p15:guide id="47" pos="7200">
          <p15:clr>
            <a:srgbClr val="B4B4B4"/>
          </p15:clr>
        </p15:guide>
        <p15:guide id="48" pos="7440">
          <p15:clr>
            <a:srgbClr val="B4B4B4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8D1BB6C3-85C0-4D78-A335-487D253A70CD}"/>
              </a:ext>
            </a:extLst>
          </p:cNvPr>
          <p:cNvGraphicFramePr>
            <a:graphicFrameLocks/>
          </p:cNvGraphicFramePr>
          <p:nvPr userDrawn="1">
            <p:custDataLst>
              <p:tags r:id="rId7"/>
            </p:custDataLst>
            <p:extLst>
              <p:ext uri="{D42A27DB-BD31-4B8C-83A1-F6EECF244321}">
                <p14:modId xmlns:p14="http://schemas.microsoft.com/office/powerpoint/2010/main" val="651824144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73" imgH="473" progId="TCLayout.ActiveDocument.1">
                  <p:embed/>
                </p:oleObj>
              </mc:Choice>
              <mc:Fallback>
                <p:oleObj name="think-cell Slide" r:id="rId9" imgW="473" imgH="473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8D1BB6C3-85C0-4D78-A335-487D253A70C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0A01742A-C2C4-4349-BA00-741293CB36A4}"/>
              </a:ext>
            </a:extLst>
          </p:cNvPr>
          <p:cNvSpPr/>
          <p:nvPr userDrawn="1">
            <p:custDataLst>
              <p:tags r:id="rId8"/>
            </p:custDataLst>
          </p:nvPr>
        </p:nvSpPr>
        <p:spPr>
          <a:xfrm>
            <a:off x="2" y="0"/>
            <a:ext cx="158751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t" anchorCtr="0">
            <a:noAutofit/>
          </a:bodyPr>
          <a:lstStyle/>
          <a:p>
            <a:pPr marL="0" marR="0" lvl="0" indent="0" algn="l" defTabSz="685818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srgbClr val="1E1E1E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0368699-BA99-E84F-AB32-4E762B32A26B}"/>
              </a:ext>
            </a:extLst>
          </p:cNvPr>
          <p:cNvSpPr/>
          <p:nvPr userDrawn="1"/>
        </p:nvSpPr>
        <p:spPr>
          <a:xfrm>
            <a:off x="9144000" y="4"/>
            <a:ext cx="3048000" cy="68595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685818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45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4B5871-DB92-6F46-AA38-789E9F552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83738" y="381000"/>
            <a:ext cx="2286000" cy="2286000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US"/>
              <a:t>Key message. </a:t>
            </a:r>
            <a:br>
              <a:rPr lang="en-US"/>
            </a:br>
            <a:r>
              <a:rPr lang="en-US"/>
              <a:t>If the audience reads just this, it will be enough. Make every word count. Say it like you would in the room.</a:t>
            </a:r>
            <a:endParaRPr lang="en-US" noProof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6AB4B1-7789-CE46-95B2-2777D77936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2913" y="381000"/>
            <a:ext cx="8378825" cy="5715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This is where you make your case with relevant evidence and information. Keep sentences concise. Avoid jargon and repetition.</a:t>
            </a:r>
          </a:p>
          <a:p>
            <a:pPr lvl="1"/>
            <a:r>
              <a:rPr lang="en-US" noProof="0"/>
              <a:t>Bullet 1: Second level</a:t>
            </a:r>
          </a:p>
          <a:p>
            <a:pPr lvl="2"/>
            <a:r>
              <a:rPr lang="en-US" noProof="0"/>
              <a:t>Bullet 2: Third level</a:t>
            </a:r>
          </a:p>
          <a:p>
            <a:pPr lvl="3"/>
            <a:r>
              <a:rPr lang="en-US" noProof="0"/>
              <a:t>Bullet 3: Fourth level</a:t>
            </a:r>
          </a:p>
          <a:p>
            <a:pPr lvl="4"/>
            <a:r>
              <a:rPr lang="en-US" noProof="0"/>
              <a:t>Bullet 4: 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F6EEA3-2E52-4E6C-B9A8-118544629F07}"/>
              </a:ext>
            </a:extLst>
          </p:cNvPr>
          <p:cNvSpPr txBox="1"/>
          <p:nvPr userDrawn="1"/>
        </p:nvSpPr>
        <p:spPr>
          <a:xfrm>
            <a:off x="9377363" y="5738611"/>
            <a:ext cx="2698750" cy="152349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685818" rtl="0" eaLnBrk="1" fontAlgn="auto" latinLnBrk="0" hangingPunct="1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Clr>
                <a:srgbClr val="F5F5F5"/>
              </a:buClr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محظور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F3F1791-4180-48E4-A1FE-3DE6689795D2}"/>
              </a:ext>
            </a:extLst>
          </p:cNvPr>
          <p:cNvSpPr txBox="1"/>
          <p:nvPr userDrawn="1"/>
        </p:nvSpPr>
        <p:spPr>
          <a:xfrm>
            <a:off x="11874501" y="6595256"/>
            <a:ext cx="265113" cy="138499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none" lIns="0" tIns="0" rIns="0" bIns="0" rtlCol="0" anchor="b" anchorCtr="0">
            <a:noAutofit/>
          </a:bodyPr>
          <a:lstStyle/>
          <a:p>
            <a:pPr algn="r" rtl="0"/>
            <a:fld id="{6CE8C368-3382-4C28-AE75-DF7C05ACA19D}" type="slidenum">
              <a:rPr lang="en-US" sz="1200" b="1">
                <a:solidFill>
                  <a:schemeClr val="tx1"/>
                </a:solidFill>
              </a:rPr>
              <a:pPr algn="r" rtl="0"/>
              <a:t>‹#›</a:t>
            </a:fld>
            <a:endParaRPr lang="en-US" sz="1200" b="1">
              <a:solidFill>
                <a:schemeClr val="tx1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22E998D-385F-55A4-5A1E-9659A1BD3BDE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25000" y="6072282"/>
            <a:ext cx="2286000" cy="543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57505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6" r:id="rId4"/>
    <p:sldLayoutId id="2147483838" r:id="rId5"/>
  </p:sldLayoutIdLst>
  <p:hf hdr="0" ftr="0" dt="0"/>
  <p:txStyles>
    <p:titleStyle>
      <a:lvl1pPr marL="0" algn="l" defTabSz="685818" rtl="0" eaLnBrk="1" latinLnBrk="0" hangingPunct="1">
        <a:lnSpc>
          <a:spcPct val="90000"/>
        </a:lnSpc>
        <a:spcBef>
          <a:spcPts val="0"/>
        </a:spcBef>
        <a:spcAft>
          <a:spcPts val="0"/>
        </a:spcAft>
        <a:buNone/>
        <a:defRPr sz="2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685818" rtl="0" eaLnBrk="1" latinLnBrk="0" hangingPunct="1">
        <a:lnSpc>
          <a:spcPct val="90000"/>
        </a:lnSpc>
        <a:spcBef>
          <a:spcPts val="450"/>
        </a:spcBef>
        <a:spcAft>
          <a:spcPts val="450"/>
        </a:spcAft>
        <a:buFont typeface="Arial" panose="020B0604020202020204" pitchFamily="34" charset="0"/>
        <a:buNone/>
        <a:defRPr lang="en-US" sz="1401" kern="1200" noProof="0" dirty="0" smtClean="0">
          <a:solidFill>
            <a:schemeClr val="tx1">
              <a:lumMod val="90000"/>
              <a:lumOff val="10000"/>
            </a:schemeClr>
          </a:solidFill>
          <a:latin typeface="+mn-lt"/>
          <a:ea typeface="+mn-ea"/>
          <a:cs typeface="+mn-cs"/>
        </a:defRPr>
      </a:lvl1pPr>
      <a:lvl2pPr marL="135004" indent="-135004" algn="l" defTabSz="685818" rtl="0" eaLnBrk="1" latinLnBrk="0" hangingPunct="1">
        <a:lnSpc>
          <a:spcPct val="90000"/>
        </a:lnSpc>
        <a:spcBef>
          <a:spcPts val="0"/>
        </a:spcBef>
        <a:spcAft>
          <a:spcPts val="450"/>
        </a:spcAft>
        <a:buFont typeface="System Font Regular"/>
        <a:buChar char="–"/>
        <a:tabLst/>
        <a:defRPr sz="1401" kern="1200">
          <a:solidFill>
            <a:schemeClr val="tx1">
              <a:lumMod val="90000"/>
              <a:lumOff val="10000"/>
            </a:schemeClr>
          </a:solidFill>
          <a:latin typeface="+mn-lt"/>
          <a:ea typeface="+mn-ea"/>
          <a:cs typeface="+mn-cs"/>
        </a:defRPr>
      </a:lvl2pPr>
      <a:lvl3pPr marL="270007" indent="-135004" algn="l" defTabSz="685818" rtl="0" eaLnBrk="1" latinLnBrk="0" hangingPunct="1">
        <a:lnSpc>
          <a:spcPct val="90000"/>
        </a:lnSpc>
        <a:spcBef>
          <a:spcPts val="0"/>
        </a:spcBef>
        <a:spcAft>
          <a:spcPts val="450"/>
        </a:spcAft>
        <a:buFont typeface="System Font Regular"/>
        <a:buChar char="–"/>
        <a:tabLst/>
        <a:defRPr sz="1401" kern="1200">
          <a:solidFill>
            <a:schemeClr val="tx1">
              <a:lumMod val="90000"/>
              <a:lumOff val="10000"/>
            </a:schemeClr>
          </a:solidFill>
          <a:latin typeface="+mn-lt"/>
          <a:ea typeface="+mn-ea"/>
          <a:cs typeface="+mn-cs"/>
        </a:defRPr>
      </a:lvl3pPr>
      <a:lvl4pPr marL="405011" indent="-135004" algn="l" defTabSz="685818" rtl="0" eaLnBrk="1" latinLnBrk="0" hangingPunct="1">
        <a:lnSpc>
          <a:spcPct val="90000"/>
        </a:lnSpc>
        <a:spcBef>
          <a:spcPts val="0"/>
        </a:spcBef>
        <a:spcAft>
          <a:spcPts val="450"/>
        </a:spcAft>
        <a:buFont typeface="System Font Regular"/>
        <a:buChar char="–"/>
        <a:tabLst/>
        <a:defRPr sz="1401" kern="1200">
          <a:solidFill>
            <a:schemeClr val="tx1">
              <a:lumMod val="90000"/>
              <a:lumOff val="10000"/>
            </a:schemeClr>
          </a:solidFill>
          <a:latin typeface="+mn-lt"/>
          <a:ea typeface="+mn-ea"/>
          <a:cs typeface="+mn-cs"/>
        </a:defRPr>
      </a:lvl4pPr>
      <a:lvl5pPr marL="540014" indent="-135004" algn="l" defTabSz="685818" rtl="0" eaLnBrk="1" latinLnBrk="0" hangingPunct="1">
        <a:lnSpc>
          <a:spcPct val="90000"/>
        </a:lnSpc>
        <a:spcBef>
          <a:spcPts val="0"/>
        </a:spcBef>
        <a:spcAft>
          <a:spcPts val="450"/>
        </a:spcAft>
        <a:buFont typeface="System Font Regular"/>
        <a:buChar char="–"/>
        <a:tabLst/>
        <a:defRPr sz="1401" kern="1200">
          <a:solidFill>
            <a:schemeClr val="tx1">
              <a:lumMod val="90000"/>
              <a:lumOff val="10000"/>
            </a:schemeClr>
          </a:solidFill>
          <a:latin typeface="+mn-lt"/>
          <a:ea typeface="+mn-ea"/>
          <a:cs typeface="+mn-cs"/>
        </a:defRPr>
      </a:lvl5pPr>
      <a:lvl6pPr marL="0" indent="0" algn="r" defTabSz="685818" rtl="1" eaLnBrk="1" latinLnBrk="0" hangingPunct="1">
        <a:lnSpc>
          <a:spcPct val="90000"/>
        </a:lnSpc>
        <a:spcBef>
          <a:spcPts val="450"/>
        </a:spcBef>
        <a:spcAft>
          <a:spcPts val="450"/>
        </a:spcAft>
        <a:buFont typeface="Arial" panose="020B0604020202020204" pitchFamily="34" charset="0"/>
        <a:buNone/>
        <a:tabLst/>
        <a:defRPr sz="825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r" defTabSz="685818" rtl="1" eaLnBrk="1" latinLnBrk="0" hangingPunct="1">
        <a:lnSpc>
          <a:spcPct val="90000"/>
        </a:lnSpc>
        <a:spcBef>
          <a:spcPts val="450"/>
        </a:spcBef>
        <a:spcAft>
          <a:spcPts val="450"/>
        </a:spcAft>
        <a:buFont typeface="Arial" panose="020B0604020202020204" pitchFamily="34" charset="0"/>
        <a:buNone/>
        <a:tabLst/>
        <a:defRPr sz="825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r" defTabSz="685818" rtl="1" eaLnBrk="1" latinLnBrk="0" hangingPunct="1">
        <a:lnSpc>
          <a:spcPct val="90000"/>
        </a:lnSpc>
        <a:spcBef>
          <a:spcPts val="450"/>
        </a:spcBef>
        <a:spcAft>
          <a:spcPts val="450"/>
        </a:spcAft>
        <a:buFont typeface="Arial" panose="020B0604020202020204" pitchFamily="34" charset="0"/>
        <a:buNone/>
        <a:tabLst/>
        <a:defRPr sz="825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r" defTabSz="685818" rtl="1" eaLnBrk="1" latinLnBrk="0" hangingPunct="1">
        <a:lnSpc>
          <a:spcPct val="90000"/>
        </a:lnSpc>
        <a:spcBef>
          <a:spcPts val="450"/>
        </a:spcBef>
        <a:spcAft>
          <a:spcPts val="450"/>
        </a:spcAft>
        <a:buFont typeface="Arial" panose="020B0604020202020204" pitchFamily="34" charset="0"/>
        <a:buNone/>
        <a:tabLst/>
        <a:defRPr sz="82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685818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8" algn="r" defTabSz="685818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18" algn="r" defTabSz="685818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26" algn="r" defTabSz="685818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34" algn="r" defTabSz="685818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43" algn="r" defTabSz="685818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52" algn="r" defTabSz="685818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60" algn="r" defTabSz="685818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69" algn="r" defTabSz="685818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>
          <p15:clr>
            <a:srgbClr val="B4B4B4"/>
          </p15:clr>
        </p15:guide>
        <p15:guide id="2" orient="horz" pos="480">
          <p15:clr>
            <a:srgbClr val="B4B4B4"/>
          </p15:clr>
        </p15:guide>
        <p15:guide id="3" orient="horz" pos="720">
          <p15:clr>
            <a:srgbClr val="B4B4B4"/>
          </p15:clr>
        </p15:guide>
        <p15:guide id="4" orient="horz" pos="960">
          <p15:clr>
            <a:srgbClr val="B4B4B4"/>
          </p15:clr>
        </p15:guide>
        <p15:guide id="5" orient="horz" pos="1200">
          <p15:clr>
            <a:srgbClr val="B4B4B4"/>
          </p15:clr>
        </p15:guide>
        <p15:guide id="6" orient="horz" pos="1440">
          <p15:clr>
            <a:srgbClr val="B4B4B4"/>
          </p15:clr>
        </p15:guide>
        <p15:guide id="7" orient="horz" pos="1680">
          <p15:clr>
            <a:srgbClr val="B4B4B4"/>
          </p15:clr>
        </p15:guide>
        <p15:guide id="8" orient="horz" pos="1920">
          <p15:clr>
            <a:srgbClr val="B4B4B4"/>
          </p15:clr>
        </p15:guide>
        <p15:guide id="9" orient="horz" pos="2160">
          <p15:clr>
            <a:srgbClr val="B4B4B4"/>
          </p15:clr>
        </p15:guide>
        <p15:guide id="10" orient="horz" pos="2400">
          <p15:clr>
            <a:srgbClr val="B4B4B4"/>
          </p15:clr>
        </p15:guide>
        <p15:guide id="11" orient="horz" pos="2640">
          <p15:clr>
            <a:srgbClr val="B4B4B4"/>
          </p15:clr>
        </p15:guide>
        <p15:guide id="12" orient="horz" pos="2880">
          <p15:clr>
            <a:srgbClr val="B4B4B4"/>
          </p15:clr>
        </p15:guide>
        <p15:guide id="13" orient="horz" pos="3120">
          <p15:clr>
            <a:srgbClr val="B4B4B4"/>
          </p15:clr>
        </p15:guide>
        <p15:guide id="14" orient="horz" pos="3360">
          <p15:clr>
            <a:srgbClr val="B4B4B4"/>
          </p15:clr>
        </p15:guide>
        <p15:guide id="15" orient="horz" pos="3600">
          <p15:clr>
            <a:srgbClr val="B4B4B4"/>
          </p15:clr>
        </p15:guide>
        <p15:guide id="16" orient="horz" pos="3840">
          <p15:clr>
            <a:srgbClr val="B4B4B4"/>
          </p15:clr>
        </p15:guide>
        <p15:guide id="17" orient="horz" pos="4080">
          <p15:clr>
            <a:srgbClr val="B4B4B4"/>
          </p15:clr>
        </p15:guide>
        <p15:guide id="18" pos="240">
          <p15:clr>
            <a:srgbClr val="B4B4B4"/>
          </p15:clr>
        </p15:guide>
        <p15:guide id="19" pos="480">
          <p15:clr>
            <a:srgbClr val="B4B4B4"/>
          </p15:clr>
        </p15:guide>
        <p15:guide id="20" pos="720">
          <p15:clr>
            <a:srgbClr val="B4B4B4"/>
          </p15:clr>
        </p15:guide>
        <p15:guide id="21" pos="960">
          <p15:clr>
            <a:srgbClr val="B4B4B4"/>
          </p15:clr>
        </p15:guide>
        <p15:guide id="22" pos="1200">
          <p15:clr>
            <a:srgbClr val="B4B4B4"/>
          </p15:clr>
        </p15:guide>
        <p15:guide id="23" pos="1440">
          <p15:clr>
            <a:srgbClr val="B4B4B4"/>
          </p15:clr>
        </p15:guide>
        <p15:guide id="24" pos="1680">
          <p15:clr>
            <a:srgbClr val="B4B4B4"/>
          </p15:clr>
        </p15:guide>
        <p15:guide id="25" pos="1920">
          <p15:clr>
            <a:srgbClr val="B4B4B4"/>
          </p15:clr>
        </p15:guide>
        <p15:guide id="26" pos="2160">
          <p15:clr>
            <a:srgbClr val="B4B4B4"/>
          </p15:clr>
        </p15:guide>
        <p15:guide id="27" pos="2400">
          <p15:clr>
            <a:srgbClr val="B4B4B4"/>
          </p15:clr>
        </p15:guide>
        <p15:guide id="28" pos="2640">
          <p15:clr>
            <a:srgbClr val="B4B4B4"/>
          </p15:clr>
        </p15:guide>
        <p15:guide id="29" pos="2880">
          <p15:clr>
            <a:srgbClr val="B4B4B4"/>
          </p15:clr>
        </p15:guide>
        <p15:guide id="30" pos="3120">
          <p15:clr>
            <a:srgbClr val="B4B4B4"/>
          </p15:clr>
        </p15:guide>
        <p15:guide id="31" pos="3360">
          <p15:clr>
            <a:srgbClr val="B4B4B4"/>
          </p15:clr>
        </p15:guide>
        <p15:guide id="32" pos="3600">
          <p15:clr>
            <a:srgbClr val="B4B4B4"/>
          </p15:clr>
        </p15:guide>
        <p15:guide id="33" pos="3840">
          <p15:clr>
            <a:srgbClr val="B4B4B4"/>
          </p15:clr>
        </p15:guide>
        <p15:guide id="34" pos="4080">
          <p15:clr>
            <a:srgbClr val="B4B4B4"/>
          </p15:clr>
        </p15:guide>
        <p15:guide id="35" pos="4320">
          <p15:clr>
            <a:srgbClr val="B4B4B4"/>
          </p15:clr>
        </p15:guide>
        <p15:guide id="36" pos="4560">
          <p15:clr>
            <a:srgbClr val="B4B4B4"/>
          </p15:clr>
        </p15:guide>
        <p15:guide id="37" pos="4800">
          <p15:clr>
            <a:srgbClr val="B4B4B4"/>
          </p15:clr>
        </p15:guide>
        <p15:guide id="38" pos="5040">
          <p15:clr>
            <a:srgbClr val="B4B4B4"/>
          </p15:clr>
        </p15:guide>
        <p15:guide id="39" pos="5280">
          <p15:clr>
            <a:srgbClr val="B4B4B4"/>
          </p15:clr>
        </p15:guide>
        <p15:guide id="40" pos="5520">
          <p15:clr>
            <a:srgbClr val="B4B4B4"/>
          </p15:clr>
        </p15:guide>
        <p15:guide id="41" pos="5760">
          <p15:clr>
            <a:srgbClr val="B4B4B4"/>
          </p15:clr>
        </p15:guide>
        <p15:guide id="42" pos="6000">
          <p15:clr>
            <a:srgbClr val="B4B4B4"/>
          </p15:clr>
        </p15:guide>
        <p15:guide id="43" pos="6240">
          <p15:clr>
            <a:srgbClr val="B4B4B4"/>
          </p15:clr>
        </p15:guide>
        <p15:guide id="44" pos="6480">
          <p15:clr>
            <a:srgbClr val="B4B4B4"/>
          </p15:clr>
        </p15:guide>
        <p15:guide id="45" pos="6720">
          <p15:clr>
            <a:srgbClr val="B4B4B4"/>
          </p15:clr>
        </p15:guide>
        <p15:guide id="46" pos="6960">
          <p15:clr>
            <a:srgbClr val="B4B4B4"/>
          </p15:clr>
        </p15:guide>
        <p15:guide id="47" pos="7200">
          <p15:clr>
            <a:srgbClr val="B4B4B4"/>
          </p15:clr>
        </p15:guide>
        <p15:guide id="48" pos="7440">
          <p15:clr>
            <a:srgbClr val="B4B4B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4.xml"/><Relationship Id="rId4" Type="http://schemas.openxmlformats.org/officeDocument/2006/relationships/image" Target="../media/image7.e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E949F-ABAD-8C65-07C9-A8C066E6A06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300D08-52B9-00F6-FBCE-77702D96AA9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3261FE-A378-9DDA-B82D-BDACE47541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CD498D-CC67-F452-93B6-62A58DD7A16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4649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C077D-9B5C-F93C-0F76-0A0ABD83E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6D0DC0-506B-8621-380C-19501118945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A96ADC-6388-FC14-1296-8F5297880C6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6752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1624E-EB1A-D357-A5DF-1193A31CB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6710E2-BD4F-6388-200F-5CA807C4F8A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7D37AD-010A-C252-CC7B-87293938731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8186BE-0355-DC13-165B-53A7955E5F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9246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0A1AC80-E4B4-4FFB-13D7-5C15FFF1DA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7637ED-6870-3831-8512-98D363E6341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522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24901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1CF91E7A-32B9-90C6-BFEB-B92760E69B83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4921971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5" progId="TCLayout.ActiveDocument.1">
                  <p:embed/>
                </p:oleObj>
              </mc:Choice>
              <mc:Fallback>
                <p:oleObj name="think-cell Slide" r:id="rId3" imgW="404" imgH="405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CF91E7A-32B9-90C6-BFEB-B92760E69B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itle 6">
            <a:extLst>
              <a:ext uri="{FF2B5EF4-FFF2-40B4-BE49-F238E27FC236}">
                <a16:creationId xmlns:a16="http://schemas.microsoft.com/office/drawing/2014/main" id="{84CEDE5D-D57B-3FEC-41CB-DED067E1B1A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58F7E047-80E7-7655-1884-A6B82422BF9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BC955E7-2A09-2F8C-BC8C-C5047457B7E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A2FCC57-EC55-5E72-22EF-E1AC8FB4E36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265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BD4C36E-36F7-FB4E-0A71-C0887AC5C7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0455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7F410-14C4-6490-01C2-E475703EF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FAFF1E-B7A7-16E0-0E74-42F043D555E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0F316A-2D6F-AECD-6D34-727E242C29B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7363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D0A0E-E1C5-FD4B-60F6-41EF0DC01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325BA1-CDFC-32D0-75A3-64CB29A98C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763CB6-CB41-4DCD-0A65-FB0D429E4BF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ADD381-F04F-E85F-1AA0-02F712F6AE3B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2709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523554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  <p:tag name="THINKCELLPRESENTATIONDONOTDELETE" val="&lt;?xml version=&quot;1.0&quot; encoding=&quot;UTF-16&quot; standalone=&quot;yes&quot;?&gt;&lt;root reqver=&quot;32687&quot;&gt;&lt;version val=&quot;38686&quot;/&gt;&lt;CPresentation id=&quot;1&quot;&gt;&lt;m_precDefaultOrdinal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Ordinal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yearfmt&gt;&lt;begin val=&quot;0&quot;/&gt;&lt;end val=&quot;4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4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6&quot;&gt;&lt;elem m_fUsage=&quot;1.62900000000000000355E+00&quot;&gt;&lt;m_msothmcolidx val=&quot;0&quot;/&gt;&lt;m_rgb r=&quot;F4&quot; g=&quot;B1&quot; b=&quot;83&quot;/&gt;&lt;/elem&gt;&lt;elem m_fUsage=&quot;1.06878690000000009519E+00&quot;&gt;&lt;m_msothmcolidx val=&quot;0&quot;/&gt;&lt;m_rgb r=&quot;00&quot; g=&quot;B0&quot; b=&quot;50&quot;/&gt;&lt;/elem&gt;&lt;elem m_fUsage=&quot;1.00000000000000000000E+00&quot;&gt;&lt;m_msothmcolidx val=&quot;0&quot;/&gt;&lt;m_rgb r=&quot;DA&quot; g=&quot;E3&quot; b=&quot;F3&quot;/&gt;&lt;/elem&gt;&lt;elem m_fUsage=&quot;9.61908210000000152284E-01&quot;&gt;&lt;m_msothmcolidx val=&quot;0&quot;/&gt;&lt;m_rgb r=&quot;29&quot; g=&quot;36&quot; b=&quot;84&quot;/&gt;&lt;/elem&gt;&lt;elem m_fUsage=&quot;8.10000000000000053291E-01&quot;&gt;&lt;m_msothmcolidx val=&quot;0&quot;/&gt;&lt;m_rgb r=&quot;E2&quot; g=&quot;F0&quot; b=&quot;D9&quot;/&gt;&lt;/elem&gt;&lt;elem m_fUsage=&quot;6.56100000000000127542E-01&quot;&gt;&lt;m_msothmcolidx val=&quot;0&quot;/&gt;&lt;m_rgb r=&quot;90&quot; g=&quot;91&quot; b=&quot;BA&quot;/&gt;&lt;/elem&gt;&lt;/m_vecMRU&gt;&lt;/m_mruColor&gt;&lt;m_eweekdayFirstOfWeek val=&quot;1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WZRxNLtusT3d_5u10wpc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rlpDFq58Hw1sX0_9FGTSw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8iHTo7aPUiiY4A0xxPiIg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wO0.3sNbUm.w3ASfApHNQ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.VKo0jxhIxpbgJBKTRXeQ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WZRxNLtusT3d_5u10wpcA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rlpDFq58Hw1sX0_9FGTSw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8iHTo7aPUiiY4A0xxPiIg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wO0.3sNbUm.w3ASfApHNQ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.VKo0jxhIxpbgJBKTRXeQ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hmx_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hmx_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hmx_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hmx_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T1KVhTsAF_7bJqASvxnkQ"/>
</p:tagLst>
</file>

<file path=ppt/tags/thmx_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ETP English Template">
  <a:themeElements>
    <a:clrScheme name="Custom 10">
      <a:dk1>
        <a:srgbClr val="1E1E1E"/>
      </a:dk1>
      <a:lt1>
        <a:srgbClr val="FFFFFF"/>
      </a:lt1>
      <a:dk2>
        <a:srgbClr val="3A3B68"/>
      </a:dk2>
      <a:lt2>
        <a:srgbClr val="C4996C"/>
      </a:lt2>
      <a:accent1>
        <a:srgbClr val="D2D2D2"/>
      </a:accent1>
      <a:accent2>
        <a:srgbClr val="C5A783"/>
      </a:accent2>
      <a:accent3>
        <a:srgbClr val="B6AFB0"/>
      </a:accent3>
      <a:accent4>
        <a:srgbClr val="66689B"/>
      </a:accent4>
      <a:accent5>
        <a:srgbClr val="505282"/>
      </a:accent5>
      <a:accent6>
        <a:srgbClr val="C5A078"/>
      </a:accent6>
      <a:hlink>
        <a:srgbClr val="D2D2D2"/>
      </a:hlink>
      <a:folHlink>
        <a:srgbClr val="FFFFF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lIns="72009" tIns="72009" rIns="72009" bIns="72009" rtlCol="0" anchor="t"/>
      <a:lstStyle>
        <a:defPPr algn="l">
          <a:lnSpc>
            <a:spcPct val="90000"/>
          </a:lnSpc>
          <a:defRPr sz="14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bg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lnSpc>
            <a:spcPct val="90000"/>
          </a:lnSpc>
          <a:defRPr sz="14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EN_New Kearney format_Takamul Program Template_v6.potx" id="{4487D430-26F2-4E4A-A375-CD21FB350298}" vid="{061A7A4F-F7F5-43D5-AA9B-ABBD2C0DEDEA}"/>
    </a:ext>
  </a:extLst>
</a:theme>
</file>

<file path=ppt/theme/theme2.xml><?xml version="1.0" encoding="utf-8"?>
<a:theme xmlns:a="http://schemas.openxmlformats.org/drawingml/2006/main" name="AR Takamul Template - Main">
  <a:themeElements>
    <a:clrScheme name="Custom 10">
      <a:dk1>
        <a:srgbClr val="1E1E1E"/>
      </a:dk1>
      <a:lt1>
        <a:srgbClr val="FFFFFF"/>
      </a:lt1>
      <a:dk2>
        <a:srgbClr val="3A3B68"/>
      </a:dk2>
      <a:lt2>
        <a:srgbClr val="C4996C"/>
      </a:lt2>
      <a:accent1>
        <a:srgbClr val="D2D2D2"/>
      </a:accent1>
      <a:accent2>
        <a:srgbClr val="C5A783"/>
      </a:accent2>
      <a:accent3>
        <a:srgbClr val="B6AFB0"/>
      </a:accent3>
      <a:accent4>
        <a:srgbClr val="66689B"/>
      </a:accent4>
      <a:accent5>
        <a:srgbClr val="505282"/>
      </a:accent5>
      <a:accent6>
        <a:srgbClr val="C5A078"/>
      </a:accent6>
      <a:hlink>
        <a:srgbClr val="D2D2D2"/>
      </a:hlink>
      <a:folHlink>
        <a:srgbClr val="FFFFFF"/>
      </a:folHlink>
    </a:clrScheme>
    <a:fontScheme name="Arial">
      <a:majorFont>
        <a:latin typeface="Arial" panose="020B0604020202020204"/>
        <a:ea typeface=""/>
        <a:cs typeface="Arial"/>
      </a:majorFont>
      <a:minorFont>
        <a:latin typeface="Arial" panose="020B0604020202020204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lIns="72009" tIns="72009" rIns="72009" bIns="72009" rtlCol="0" anchor="t"/>
      <a:lstStyle>
        <a:defPPr algn="l">
          <a:lnSpc>
            <a:spcPct val="90000"/>
          </a:lnSpc>
          <a:defRPr sz="14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bg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lnSpc>
            <a:spcPct val="90000"/>
          </a:lnSpc>
          <a:defRPr sz="14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EN_New Kearney format_Takamul Program Template_v6.potx" id="{4487D430-26F2-4E4A-A375-CD21FB350298}" vid="{061A7A4F-F7F5-43D5-AA9B-ABBD2C0DEDE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866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2A8EC5A-1E80-4759-8E81-81FBC025DB7D}">
  <we:reference id="cba9fc06-6fc9-492e-9525-923870a3b909" version="2.0.0.0" store="EXCatalog" storeType="EXCatalog"/>
  <we:alternateReferences>
    <we:reference id="WA200010215" version="2.0.0.0" store="en-US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aff63e7-cacb-4018-a608-78387baa96b5">
      <Terms xmlns="http://schemas.microsoft.com/office/infopath/2007/PartnerControls"/>
    </lcf76f155ced4ddcb4097134ff3c332f>
    <TaxCatchAll xmlns="1514ec48-0aa0-4705-9359-358c4d669e25" xsi:nil="true"/>
    <ArchiverLinkFileType xmlns="4aff63e7-cacb-4018-a608-78387baa96b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CB4BE4E11C9E54AA44F6A7A992C434D" ma:contentTypeVersion="315" ma:contentTypeDescription="Create a new document." ma:contentTypeScope="" ma:versionID="d3fd93a090af3d8892b8018ef3ca5664">
  <xsd:schema xmlns:xsd="http://www.w3.org/2001/XMLSchema" xmlns:xs="http://www.w3.org/2001/XMLSchema" xmlns:p="http://schemas.microsoft.com/office/2006/metadata/properties" xmlns:ns2="4aff63e7-cacb-4018-a608-78387baa96b5" xmlns:ns3="1514ec48-0aa0-4705-9359-358c4d669e25" targetNamespace="http://schemas.microsoft.com/office/2006/metadata/properties" ma:root="true" ma:fieldsID="fc7738bba710599a2035c6ec1aabcd8f" ns2:_="" ns3:_="">
    <xsd:import namespace="4aff63e7-cacb-4018-a608-78387baa96b5"/>
    <xsd:import namespace="1514ec48-0aa0-4705-9359-358c4d669e2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ArchiverLinkFileType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aff63e7-cacb-4018-a608-78387baa96b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0c350327-7f8b-4e4c-9470-6526d29b839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ArchiverLinkFileType" ma:index="26" nillable="true" ma:displayName="ArchiverLinkFileType" ma:hidden="true" ma:internalName="ArchiverLinkFileType">
      <xsd:simpleType>
        <xsd:restriction base="dms:Text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14ec48-0aa0-4705-9359-358c4d669e2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cb67efb6-c63e-4a78-b500-c623c894679d}" ma:internalName="TaxCatchAll" ma:showField="CatchAllData" ma:web="1514ec48-0aa0-4705-9359-358c4d669e2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EF2E5EA-2A40-4B44-957A-DC71D1B832D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63DC16F-0ECA-4357-AF81-A8381DCAFF4F}">
  <ds:schemaRefs>
    <ds:schemaRef ds:uri="1514ec48-0aa0-4705-9359-358c4d669e25"/>
    <ds:schemaRef ds:uri="4aff63e7-cacb-4018-a608-78387baa96b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7B868154-7AE1-4CAF-97E9-39D12BB8CC85}">
  <ds:schemaRefs>
    <ds:schemaRef ds:uri="1514ec48-0aa0-4705-9359-358c4d669e25"/>
    <ds:schemaRef ds:uri="4aff63e7-cacb-4018-a608-78387baa96b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36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System Font Regular</vt:lpstr>
      <vt:lpstr>TETP English Template</vt:lpstr>
      <vt:lpstr>AR Takamul Template - Main</vt:lpstr>
      <vt:lpstr>think-cell Slide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Aad, Natacha</dc:creator>
  <cp:lastModifiedBy>El Kojok, Ammar</cp:lastModifiedBy>
  <cp:revision>1</cp:revision>
  <dcterms:created xsi:type="dcterms:W3CDTF">2026-01-12T11:10:33Z</dcterms:created>
  <dcterms:modified xsi:type="dcterms:W3CDTF">2026-06-10T06:37:18Z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0x010100CCB4BE4E11C9E54AA44F6A7A992C434D</vt:lpwstr>
  </property>
  <property fmtid="{D5CDD505-2E9C-101B-9397-08002B2CF9AE}" pid="3" name="MSIP_Label_0e815a84-bb14-486b-9367-c1af54c95fa4_Enabled">
    <vt:lpwstr>true</vt:lpwstr>
  </property>
  <property fmtid="{D5CDD505-2E9C-101B-9397-08002B2CF9AE}" pid="4" name="MSIP_Label_0e815a84-bb14-486b-9367-c1af54c95fa4_SetDate">
    <vt:lpwstr>2022-11-07T17:18:51Z</vt:lpwstr>
  </property>
  <property fmtid="{D5CDD505-2E9C-101B-9397-08002B2CF9AE}" pid="5" name="MSIP_Label_0e815a84-bb14-486b-9367-c1af54c95fa4_Method">
    <vt:lpwstr>Privileged</vt:lpwstr>
  </property>
  <property fmtid="{D5CDD505-2E9C-101B-9397-08002B2CF9AE}" pid="6" name="MSIP_Label_0e815a84-bb14-486b-9367-c1af54c95fa4_Name">
    <vt:lpwstr>Standard</vt:lpwstr>
  </property>
  <property fmtid="{D5CDD505-2E9C-101B-9397-08002B2CF9AE}" pid="7" name="MSIP_Label_0e815a84-bb14-486b-9367-c1af54c95fa4_SiteId">
    <vt:lpwstr>5dc645ed-297f-4dca-b0af-2339c71c5388</vt:lpwstr>
  </property>
  <property fmtid="{D5CDD505-2E9C-101B-9397-08002B2CF9AE}" pid="8" name="MSIP_Label_0e815a84-bb14-486b-9367-c1af54c95fa4_ActionId">
    <vt:lpwstr>ce246d1c-37b9-4eb5-8a18-2ecb0cf7a017</vt:lpwstr>
  </property>
  <property fmtid="{D5CDD505-2E9C-101B-9397-08002B2CF9AE}" pid="9" name="MSIP_Label_0e815a84-bb14-486b-9367-c1af54c95fa4_ContentBits">
    <vt:lpwstr>0</vt:lpwstr>
  </property>
  <property fmtid="{D5CDD505-2E9C-101B-9397-08002B2CF9AE}" pid="10" name="MediaServiceImageTags">
    <vt:lpwstr/>
  </property>
</Properties>
</file>